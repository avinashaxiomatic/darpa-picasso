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Lst>
  <p:sldSz cy="6858000" cx="12192000"/>
  <p:notesSz cx="7010400" cy="9296400"/>
  <p:embeddedFontLst>
    <p:embeddedFont>
      <p:font typeface="Tahoma"/>
      <p:regular r:id="rId8"/>
      <p:bold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2">
          <p15:clr>
            <a:srgbClr val="A4A3A4"/>
          </p15:clr>
        </p15:guide>
        <p15:guide id="2" pos="3841">
          <p15:clr>
            <a:srgbClr val="A4A3A4"/>
          </p15:clr>
        </p15:guide>
      </p15:sldGuideLst>
    </p:ext>
    <p:ext uri="{2D200454-40CA-4A62-9FC3-DE9A4176ACB9}">
      <p15:notesGuideLst>
        <p15:guide id="1" orient="horz" pos="2928">
          <p15:clr>
            <a:srgbClr val="A4A3A4"/>
          </p15:clr>
        </p15:guide>
        <p15:guide id="2" pos="2208">
          <p15:clr>
            <a:srgbClr val="A4A3A4"/>
          </p15:clr>
        </p15:guide>
      </p15:notesGuideLst>
    </p:ext>
    <p:ext uri="GoogleSlidesCustomDataVersion2">
      <go:slidesCustomData xmlns:go="http://customooxmlschemas.google.com/" r:id="rId10" roundtripDataSignature="AMtx7mjEZ8evdNsI+4WmMMrzLvvxM/7cZ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vinash Kumar"/>
  <p:cmAuthor clrIdx="1" id="1" initials="" lastIdx="1" name="Benjamin Bre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2" orient="horz"/>
        <p:guide pos="3841"/>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font" Target="fonts/Tahom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Tahoma-regular.fntdata"/><Relationship Id="rId10" Type="http://customschemas.google.com/relationships/presentationmetadata" Target="meta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08T19:28:59.745">
    <p:pos x="2532" y="2073"/>
    <p:text>the template had something on SBIRs which does not apply to us</p:text>
    <p:extLst>
      <p:ext uri="{C676402C-5697-4E1C-873F-D02D1690AC5C}">
        <p15:threadingInfo timeZoneBias="0"/>
      </p:ext>
      <p:ext uri="http://customooxmlschemas.google.com/">
        <go:slidesCustomData xmlns:go="http://customooxmlschemas.google.com/" commentPostId="AAAByaghvjI"/>
      </p:ext>
    </p:extLst>
  </p:cm>
  <p:cm authorId="1" idx="1" dt="2026-01-08T20:45:33.778">
    <p:pos x="5183" y="965"/>
    <p:text>Do we want to use engine address (501 Main)? 
The current address in used in SAM - so I have kept it for consistency.</p:text>
    <p:extLst>
      <p:ext uri="{C676402C-5697-4E1C-873F-D02D1690AC5C}">
        <p15:threadingInfo timeZoneBias="0"/>
      </p:ext>
      <p:ext uri="http://customooxmlschemas.google.com/">
        <go:slidesCustomData xmlns:go="http://customooxmlschemas.google.com/" commentPostId="AAAByaii81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0" type="dt"/>
          </p:nvPr>
        </p:nvSpPr>
        <p:spPr>
          <a:xfrm>
            <a:off x="3970938" y="0"/>
            <a:ext cx="3037840" cy="464820"/>
          </a:xfrm>
          <a:prstGeom prst="rect">
            <a:avLst/>
          </a:prstGeom>
          <a:noFill/>
          <a:ln>
            <a:noFill/>
          </a:ln>
        </p:spPr>
        <p:txBody>
          <a:bodyPr anchorCtr="0" anchor="t" bIns="46575" lIns="93175" spcFirstLastPara="1" rIns="93175" wrap="square" tIns="46575">
            <a:noAutofit/>
          </a:bodyPr>
          <a:lstStyle>
            <a:lvl1pPr lvl="0" marR="0" rtl="0" algn="r">
              <a:spcBef>
                <a:spcPts val="0"/>
              </a:spcBef>
              <a:spcAft>
                <a:spcPts val="0"/>
              </a:spcAft>
              <a:buSzPts val="1400"/>
              <a:buNone/>
              <a:defRPr b="0" i="0" sz="1200" u="none" cap="none" strike="noStrike">
                <a:solidFill>
                  <a:srgbClr val="A5A5A5"/>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406400" y="895350"/>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701040" y="4648200"/>
            <a:ext cx="5608320" cy="3950970"/>
          </a:xfrm>
          <a:prstGeom prst="rect">
            <a:avLst/>
          </a:prstGeom>
          <a:noFill/>
          <a:ln>
            <a:noFill/>
          </a:ln>
        </p:spPr>
        <p:txBody>
          <a:bodyPr anchorCtr="0" anchor="t" bIns="46575" lIns="93175" spcFirstLastPara="1" rIns="93175" wrap="square" tIns="46575">
            <a:normAutofit/>
          </a:bodyPr>
          <a:lstStyle>
            <a:lvl1pPr indent="-228600" lvl="0" marL="4572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indent="-228600" lvl="1" marL="9144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2pPr>
            <a:lvl3pPr indent="-228600" lvl="2" marL="13716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3pPr>
            <a:lvl4pPr indent="-228600" lvl="3" marL="18288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4pPr>
            <a:lvl5pPr indent="-228600" lvl="4" marL="22860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6" name="Google Shape;6;n"/>
          <p:cNvSpPr txBox="1"/>
          <p:nvPr>
            <p:ph idx="11" type="ftr"/>
          </p:nvPr>
        </p:nvSpPr>
        <p:spPr>
          <a:xfrm>
            <a:off x="0" y="8829967"/>
            <a:ext cx="3037840" cy="464820"/>
          </a:xfrm>
          <a:prstGeom prst="rect">
            <a:avLst/>
          </a:prstGeom>
          <a:noFill/>
          <a:ln>
            <a:noFill/>
          </a:ln>
        </p:spPr>
        <p:txBody>
          <a:bodyPr anchorCtr="0" anchor="b" bIns="46575" lIns="93175" spcFirstLastPara="1" rIns="93175" wrap="square" tIns="46575">
            <a:noAutofit/>
          </a:bodyPr>
          <a:lstStyle>
            <a:lvl1pPr lvl="0" marR="0" rtl="0" algn="l">
              <a:spcBef>
                <a:spcPts val="0"/>
              </a:spcBef>
              <a:spcAft>
                <a:spcPts val="0"/>
              </a:spcAft>
              <a:buSzPts val="1400"/>
              <a:buNone/>
              <a:defRPr b="0" i="0" sz="1200" u="none" cap="none" strike="noStrike">
                <a:solidFill>
                  <a:srgbClr val="A5A5A5"/>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 name="Google Shape;7;n"/>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rgbClr val="A5A5A5"/>
                </a:solidFill>
                <a:latin typeface="Tahoma"/>
                <a:ea typeface="Tahoma"/>
                <a:cs typeface="Tahoma"/>
                <a:sym typeface="Tahoma"/>
              </a:rPr>
              <a:t>‹#›</a:t>
            </a:fld>
            <a:endParaRPr b="0" i="0" sz="1200" u="none" cap="none" strike="noStrike">
              <a:solidFill>
                <a:srgbClr val="A5A5A5"/>
              </a:solidFill>
              <a:latin typeface="Tahoma"/>
              <a:ea typeface="Tahoma"/>
              <a:cs typeface="Tahoma"/>
              <a:sym typeface="Tahoma"/>
            </a:endParaRPr>
          </a:p>
        </p:txBody>
      </p:sp>
      <p:pic>
        <p:nvPicPr>
          <p:cNvPr descr="TITLE-HEADER LOGO.png" id="8" name="Google Shape;8;n"/>
          <p:cNvPicPr preferRelativeResize="0"/>
          <p:nvPr/>
        </p:nvPicPr>
        <p:blipFill rotWithShape="1">
          <a:blip r:embed="rId2">
            <a:alphaModFix/>
          </a:blip>
          <a:srcRect b="0" l="0" r="0" t="0"/>
          <a:stretch/>
        </p:blipFill>
        <p:spPr>
          <a:xfrm>
            <a:off x="155787" y="-77470"/>
            <a:ext cx="1582209" cy="1084580"/>
          </a:xfrm>
          <a:prstGeom prst="rect">
            <a:avLst/>
          </a:prstGeom>
          <a:noFill/>
          <a:ln>
            <a:noFill/>
          </a:ln>
        </p:spPr>
      </p:pic>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notes"/>
          <p:cNvSpPr txBox="1"/>
          <p:nvPr>
            <p:ph idx="1" type="body"/>
          </p:nvPr>
        </p:nvSpPr>
        <p:spPr>
          <a:xfrm>
            <a:off x="701040" y="4648200"/>
            <a:ext cx="5608320" cy="395097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73" name="Google Shape;573;p1:notes"/>
          <p:cNvSpPr/>
          <p:nvPr>
            <p:ph idx="2" type="sldImg"/>
          </p:nvPr>
        </p:nvSpPr>
        <p:spPr>
          <a:xfrm>
            <a:off x="406400" y="895350"/>
            <a:ext cx="61976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Content">
  <p:cSld name="Title_and_Content">
    <p:spTree>
      <p:nvGrpSpPr>
        <p:cNvPr id="15" name="Shape 15"/>
        <p:cNvGrpSpPr/>
        <p:nvPr/>
      </p:nvGrpSpPr>
      <p:grpSpPr>
        <a:xfrm>
          <a:off x="0" y="0"/>
          <a:ext cx="0" cy="0"/>
          <a:chOff x="0" y="0"/>
          <a:chExt cx="0" cy="0"/>
        </a:xfrm>
      </p:grpSpPr>
      <p:sp>
        <p:nvSpPr>
          <p:cNvPr id="16" name="Google Shape;16;p3"/>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 name="Google Shape;17;p3"/>
          <p:cNvSpPr txBox="1"/>
          <p:nvPr>
            <p:ph idx="1" type="body"/>
          </p:nvPr>
        </p:nvSpPr>
        <p:spPr>
          <a:xfrm>
            <a:off x="558800" y="1143000"/>
            <a:ext cx="11074400" cy="5334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3"/>
          <p:cNvSpPr txBox="1"/>
          <p:nvPr>
            <p:ph type="ctrTitle"/>
          </p:nvPr>
        </p:nvSpPr>
        <p:spPr>
          <a:xfrm>
            <a:off x="2163234" y="151418"/>
            <a:ext cx="9520767"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Slide">
  <p:cSld name="Title_Slide">
    <p:spTree>
      <p:nvGrpSpPr>
        <p:cNvPr id="19" name="Shape 19"/>
        <p:cNvGrpSpPr/>
        <p:nvPr/>
      </p:nvGrpSpPr>
      <p:grpSpPr>
        <a:xfrm>
          <a:off x="0" y="0"/>
          <a:ext cx="0" cy="0"/>
          <a:chOff x="0" y="0"/>
          <a:chExt cx="0" cy="0"/>
        </a:xfrm>
      </p:grpSpPr>
      <p:sp>
        <p:nvSpPr>
          <p:cNvPr id="20" name="Google Shape;20;p4"/>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4"/>
          <p:cNvSpPr txBox="1"/>
          <p:nvPr>
            <p:ph type="ctrTitle"/>
          </p:nvPr>
        </p:nvSpPr>
        <p:spPr>
          <a:xfrm>
            <a:off x="910167" y="1456511"/>
            <a:ext cx="103632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dk1"/>
              </a:buClr>
              <a:buSzPts val="2400"/>
              <a:buFont typeface="Tahoma"/>
              <a:buNone/>
              <a:defRPr b="1"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subTitle"/>
          </p:nvPr>
        </p:nvSpPr>
        <p:spPr>
          <a:xfrm>
            <a:off x="1828800" y="2057400"/>
            <a:ext cx="8534400" cy="1752600"/>
          </a:xfrm>
          <a:prstGeom prst="rect">
            <a:avLst/>
          </a:prstGeom>
          <a:noFill/>
          <a:ln>
            <a:noFill/>
          </a:ln>
        </p:spPr>
        <p:txBody>
          <a:bodyPr anchorCtr="0" anchor="t" bIns="45700" lIns="91425" spcFirstLastPara="1" rIns="91425" wrap="square" tIns="45700">
            <a:noAutofit/>
          </a:bodyPr>
          <a:lstStyle>
            <a:lvl1pPr lvl="0" algn="ctr">
              <a:spcBef>
                <a:spcPts val="360"/>
              </a:spcBef>
              <a:spcAft>
                <a:spcPts val="0"/>
              </a:spcAft>
              <a:buClr>
                <a:schemeClr val="dk1"/>
              </a:buClr>
              <a:buSzPts val="1800"/>
              <a:buNone/>
              <a:defRPr sz="1800">
                <a:latin typeface="Tahoma"/>
                <a:ea typeface="Tahoma"/>
                <a:cs typeface="Tahoma"/>
                <a:sym typeface="Tahoma"/>
              </a:defRPr>
            </a:lvl1pPr>
            <a:lvl2pPr lvl="1" algn="ctr">
              <a:spcBef>
                <a:spcPts val="360"/>
              </a:spcBef>
              <a:spcAft>
                <a:spcPts val="0"/>
              </a:spcAft>
              <a:buClr>
                <a:schemeClr val="dk1"/>
              </a:buClr>
              <a:buSzPts val="1800"/>
              <a:buNone/>
              <a:defRPr/>
            </a:lvl2pPr>
            <a:lvl3pPr lvl="2" algn="ctr">
              <a:spcBef>
                <a:spcPts val="320"/>
              </a:spcBef>
              <a:spcAft>
                <a:spcPts val="0"/>
              </a:spcAft>
              <a:buClr>
                <a:schemeClr val="dk1"/>
              </a:buClr>
              <a:buSzPts val="1600"/>
              <a:buNone/>
              <a:defRPr/>
            </a:lvl3pPr>
            <a:lvl4pPr lvl="3" algn="ctr">
              <a:spcBef>
                <a:spcPts val="280"/>
              </a:spcBef>
              <a:spcAft>
                <a:spcPts val="0"/>
              </a:spcAft>
              <a:buClr>
                <a:schemeClr val="dk1"/>
              </a:buClr>
              <a:buSzPts val="1400"/>
              <a:buNone/>
              <a:defRPr/>
            </a:lvl4pPr>
            <a:lvl5pPr lvl="4" algn="ctr">
              <a:spcBef>
                <a:spcPts val="280"/>
              </a:spcBef>
              <a:spcAft>
                <a:spcPts val="0"/>
              </a:spcAft>
              <a:buClr>
                <a:schemeClr val="dk1"/>
              </a:buClr>
              <a:buSzPts val="1400"/>
              <a:buNone/>
              <a:defRPr/>
            </a:lvl5pPr>
            <a:lvl6pPr lvl="5" algn="ctr">
              <a:spcBef>
                <a:spcPts val="400"/>
              </a:spcBef>
              <a:spcAft>
                <a:spcPts val="0"/>
              </a:spcAft>
              <a:buClr>
                <a:schemeClr val="dk1"/>
              </a:buClr>
              <a:buSzPts val="2000"/>
              <a:buNone/>
              <a:defRPr/>
            </a:lvl6pPr>
            <a:lvl7pPr lvl="6" algn="ctr">
              <a:spcBef>
                <a:spcPts val="400"/>
              </a:spcBef>
              <a:spcAft>
                <a:spcPts val="0"/>
              </a:spcAft>
              <a:buClr>
                <a:schemeClr val="dk1"/>
              </a:buClr>
              <a:buSzPts val="2000"/>
              <a:buNone/>
              <a:defRPr/>
            </a:lvl7pPr>
            <a:lvl8pPr lvl="7" algn="ctr">
              <a:spcBef>
                <a:spcPts val="400"/>
              </a:spcBef>
              <a:spcAft>
                <a:spcPts val="0"/>
              </a:spcAft>
              <a:buClr>
                <a:schemeClr val="dk1"/>
              </a:buClr>
              <a:buSzPts val="2000"/>
              <a:buNone/>
              <a:defRPr/>
            </a:lvl8pPr>
            <a:lvl9pPr lvl="8" algn="ctr">
              <a:spcBef>
                <a:spcPts val="400"/>
              </a:spcBef>
              <a:spcAft>
                <a:spcPts val="0"/>
              </a:spcAft>
              <a:buClr>
                <a:schemeClr val="dk1"/>
              </a:buClr>
              <a:buSzPts val="2000"/>
              <a:buNone/>
              <a:defRPr/>
            </a:lvl9pPr>
          </a:lstStyle>
          <a:p/>
        </p:txBody>
      </p:sp>
      <p:cxnSp>
        <p:nvCxnSpPr>
          <p:cNvPr id="24" name="Google Shape;24;p4"/>
          <p:cNvCxnSpPr/>
          <p:nvPr/>
        </p:nvCxnSpPr>
        <p:spPr>
          <a:xfrm>
            <a:off x="508000" y="1979616"/>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25" name="Google Shape;25;p4"/>
          <p:cNvPicPr preferRelativeResize="0"/>
          <p:nvPr/>
        </p:nvPicPr>
        <p:blipFill rotWithShape="1">
          <a:blip r:embed="rId2">
            <a:alphaModFix/>
          </a:blip>
          <a:srcRect b="0" l="0" r="0" t="0"/>
          <a:stretch/>
        </p:blipFill>
        <p:spPr>
          <a:xfrm>
            <a:off x="5268374" y="5226161"/>
            <a:ext cx="1655255" cy="749220"/>
          </a:xfrm>
          <a:prstGeom prst="rect">
            <a:avLst/>
          </a:prstGeom>
          <a:noFill/>
          <a:ln>
            <a:noFill/>
          </a:ln>
        </p:spPr>
      </p:pic>
      <p:sp>
        <p:nvSpPr>
          <p:cNvPr id="26" name="Google Shape;26;p4"/>
          <p:cNvSpPr txBox="1"/>
          <p:nvPr>
            <p:ph idx="2" type="body"/>
          </p:nvPr>
        </p:nvSpPr>
        <p:spPr>
          <a:xfrm>
            <a:off x="1834195" y="4049487"/>
            <a:ext cx="8524567" cy="720221"/>
          </a:xfrm>
          <a:prstGeom prst="rect">
            <a:avLst/>
          </a:prstGeom>
          <a:noFill/>
          <a:ln>
            <a:noFill/>
          </a:ln>
        </p:spPr>
        <p:txBody>
          <a:bodyPr anchorCtr="0" anchor="t" bIns="45700" lIns="91425" spcFirstLastPara="1" rIns="91425" wrap="square" tIns="45700">
            <a:noAutofit/>
          </a:bodyPr>
          <a:lstStyle>
            <a:lvl1pPr indent="-228600" lvl="0" marL="457200" algn="ctr">
              <a:spcBef>
                <a:spcPts val="320"/>
              </a:spcBef>
              <a:spcAft>
                <a:spcPts val="0"/>
              </a:spcAft>
              <a:buClr>
                <a:srgbClr val="A5A5A5"/>
              </a:buClr>
              <a:buSzPts val="1600"/>
              <a:buNone/>
              <a:defRPr sz="1600">
                <a:solidFill>
                  <a:srgbClr val="A5A5A5"/>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4"/>
          <p:cNvSpPr txBox="1"/>
          <p:nvPr>
            <p:ph idx="3" type="body"/>
          </p:nvPr>
        </p:nvSpPr>
        <p:spPr>
          <a:xfrm>
            <a:off x="3653367" y="4790049"/>
            <a:ext cx="4876799" cy="322825"/>
          </a:xfrm>
          <a:prstGeom prst="rect">
            <a:avLst/>
          </a:prstGeom>
          <a:noFill/>
          <a:ln>
            <a:noFill/>
          </a:ln>
        </p:spPr>
        <p:txBody>
          <a:bodyPr anchorCtr="0" anchor="t" bIns="45700" lIns="91425" spcFirstLastPara="1" rIns="91425" wrap="square" tIns="45700">
            <a:noAutofit/>
          </a:bodyPr>
          <a:lstStyle>
            <a:lvl1pPr indent="-228600" lvl="0" marL="457200" algn="ctr">
              <a:spcBef>
                <a:spcPts val="320"/>
              </a:spcBef>
              <a:spcAft>
                <a:spcPts val="0"/>
              </a:spcAft>
              <a:buClr>
                <a:srgbClr val="A5A5A5"/>
              </a:buClr>
              <a:buSzPts val="1600"/>
              <a:buNone/>
              <a:defRPr sz="1600">
                <a:solidFill>
                  <a:srgbClr val="A5A5A5"/>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Slide_No Subtitle">
  <p:cSld name="Title_Slide_No Subtitle">
    <p:spTree>
      <p:nvGrpSpPr>
        <p:cNvPr id="28" name="Shape 28"/>
        <p:cNvGrpSpPr/>
        <p:nvPr/>
      </p:nvGrpSpPr>
      <p:grpSpPr>
        <a:xfrm>
          <a:off x="0" y="0"/>
          <a:ext cx="0" cy="0"/>
          <a:chOff x="0" y="0"/>
          <a:chExt cx="0" cy="0"/>
        </a:xfrm>
      </p:grpSpPr>
      <p:sp>
        <p:nvSpPr>
          <p:cNvPr id="29" name="Google Shape;29;p5"/>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5"/>
          <p:cNvSpPr txBox="1"/>
          <p:nvPr>
            <p:ph type="ctrTitle"/>
          </p:nvPr>
        </p:nvSpPr>
        <p:spPr>
          <a:xfrm>
            <a:off x="914400" y="2514600"/>
            <a:ext cx="103632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2200"/>
              <a:buFont typeface="Tahoma"/>
              <a:buNone/>
              <a:defRPr b="0" sz="22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2" name="Google Shape;32;p5"/>
          <p:cNvCxnSpPr/>
          <p:nvPr/>
        </p:nvCxnSpPr>
        <p:spPr>
          <a:xfrm>
            <a:off x="508000" y="3198816"/>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33" name="Google Shape;33;p5"/>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Slide_Subtitle">
  <p:cSld name="Title_Slide_Subtitle">
    <p:spTree>
      <p:nvGrpSpPr>
        <p:cNvPr id="34" name="Shape 34"/>
        <p:cNvGrpSpPr/>
        <p:nvPr/>
      </p:nvGrpSpPr>
      <p:grpSpPr>
        <a:xfrm>
          <a:off x="0" y="0"/>
          <a:ext cx="0" cy="0"/>
          <a:chOff x="0" y="0"/>
          <a:chExt cx="0" cy="0"/>
        </a:xfrm>
      </p:grpSpPr>
      <p:sp>
        <p:nvSpPr>
          <p:cNvPr id="35" name="Google Shape;35;p6"/>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6"/>
          <p:cNvSpPr txBox="1"/>
          <p:nvPr>
            <p:ph type="ctrTitle"/>
          </p:nvPr>
        </p:nvSpPr>
        <p:spPr>
          <a:xfrm>
            <a:off x="914400" y="2514600"/>
            <a:ext cx="103632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2200"/>
              <a:buFont typeface="Tahoma"/>
              <a:buNone/>
              <a:defRPr b="0" sz="22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8" name="Google Shape;38;p6"/>
          <p:cNvCxnSpPr/>
          <p:nvPr/>
        </p:nvCxnSpPr>
        <p:spPr>
          <a:xfrm>
            <a:off x="508000" y="3198816"/>
            <a:ext cx="11176000" cy="1587"/>
          </a:xfrm>
          <a:prstGeom prst="straightConnector1">
            <a:avLst/>
          </a:prstGeom>
          <a:noFill/>
          <a:ln cap="flat" cmpd="sng" w="22225">
            <a:solidFill>
              <a:srgbClr val="0F5E90"/>
            </a:solidFill>
            <a:prstDash val="solid"/>
            <a:round/>
            <a:headEnd len="med" w="med" type="none"/>
            <a:tailEnd len="med" w="med" type="none"/>
          </a:ln>
        </p:spPr>
      </p:cxnSp>
      <p:sp>
        <p:nvSpPr>
          <p:cNvPr id="39" name="Google Shape;39;p6"/>
          <p:cNvSpPr txBox="1"/>
          <p:nvPr>
            <p:ph idx="1" type="body"/>
          </p:nvPr>
        </p:nvSpPr>
        <p:spPr>
          <a:xfrm>
            <a:off x="914400" y="3352798"/>
            <a:ext cx="10363200" cy="465138"/>
          </a:xfrm>
          <a:prstGeom prst="rect">
            <a:avLst/>
          </a:prstGeom>
          <a:noFill/>
          <a:ln>
            <a:noFill/>
          </a:ln>
        </p:spPr>
        <p:txBody>
          <a:bodyPr anchorCtr="0" anchor="t" bIns="45700" lIns="91425" spcFirstLastPara="1" rIns="91425" wrap="square" tIns="45700">
            <a:noAutofit/>
          </a:bodyPr>
          <a:lstStyle>
            <a:lvl1pPr indent="-228600" lvl="0" marL="457200" algn="ctr">
              <a:spcBef>
                <a:spcPts val="360"/>
              </a:spcBef>
              <a:spcAft>
                <a:spcPts val="0"/>
              </a:spcAft>
              <a:buClr>
                <a:srgbClr val="A5A5A5"/>
              </a:buClr>
              <a:buSzPts val="1800"/>
              <a:buNone/>
              <a:defRPr sz="1800">
                <a:solidFill>
                  <a:srgbClr val="A5A5A5"/>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40" name="Google Shape;40;p6"/>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p:cSld name="Section_Header">
    <p:spTree>
      <p:nvGrpSpPr>
        <p:cNvPr id="41" name="Shape 41"/>
        <p:cNvGrpSpPr/>
        <p:nvPr/>
      </p:nvGrpSpPr>
      <p:grpSpPr>
        <a:xfrm>
          <a:off x="0" y="0"/>
          <a:ext cx="0" cy="0"/>
          <a:chOff x="0" y="0"/>
          <a:chExt cx="0" cy="0"/>
        </a:xfrm>
      </p:grpSpPr>
      <p:sp>
        <p:nvSpPr>
          <p:cNvPr id="42" name="Google Shape;42;p7"/>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7"/>
          <p:cNvSpPr txBox="1"/>
          <p:nvPr>
            <p:ph type="ctrTitle"/>
          </p:nvPr>
        </p:nvSpPr>
        <p:spPr>
          <a:xfrm>
            <a:off x="876300" y="4329372"/>
            <a:ext cx="10363200" cy="146182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1"/>
              </a:buClr>
              <a:buSzPts val="2400"/>
              <a:buFont typeface="Tahoma"/>
              <a:buNone/>
              <a:defRPr b="1"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5" name="Google Shape;45;p7"/>
          <p:cNvCxnSpPr/>
          <p:nvPr/>
        </p:nvCxnSpPr>
        <p:spPr>
          <a:xfrm>
            <a:off x="508000" y="4341816"/>
            <a:ext cx="11176000" cy="1587"/>
          </a:xfrm>
          <a:prstGeom prst="straightConnector1">
            <a:avLst/>
          </a:prstGeom>
          <a:noFill/>
          <a:ln cap="flat" cmpd="sng" w="22225">
            <a:solidFill>
              <a:srgbClr val="0F5E90"/>
            </a:solidFill>
            <a:prstDash val="solid"/>
            <a:round/>
            <a:headEnd len="med" w="med" type="none"/>
            <a:tailEnd len="med" w="med" type="none"/>
          </a:ln>
        </p:spPr>
      </p:cxnSp>
      <p:sp>
        <p:nvSpPr>
          <p:cNvPr id="46" name="Google Shape;46;p7"/>
          <p:cNvSpPr txBox="1"/>
          <p:nvPr>
            <p:ph idx="1" type="body"/>
          </p:nvPr>
        </p:nvSpPr>
        <p:spPr>
          <a:xfrm>
            <a:off x="892629" y="2954111"/>
            <a:ext cx="10363200" cy="1379538"/>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Clr>
                <a:srgbClr val="A5A5A5"/>
              </a:buClr>
              <a:buSzPts val="1800"/>
              <a:buNone/>
              <a:defRPr sz="1800">
                <a:solidFill>
                  <a:srgbClr val="A5A5A5"/>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47" name="Google Shape;47;p7"/>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_and_Title_Only">
  <p:cSld name="Logo_and_Title_Only">
    <p:spTree>
      <p:nvGrpSpPr>
        <p:cNvPr id="48" name="Shape 48"/>
        <p:cNvGrpSpPr/>
        <p:nvPr/>
      </p:nvGrpSpPr>
      <p:grpSpPr>
        <a:xfrm>
          <a:off x="0" y="0"/>
          <a:ext cx="0" cy="0"/>
          <a:chOff x="0" y="0"/>
          <a:chExt cx="0" cy="0"/>
        </a:xfrm>
      </p:grpSpPr>
      <p:sp>
        <p:nvSpPr>
          <p:cNvPr id="49" name="Google Shape;49;p8"/>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1" name="Google Shape;51;p8"/>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52" name="Google Shape;52;p8"/>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53" name="Google Shape;53;p8"/>
          <p:cNvSpPr txBox="1"/>
          <p:nvPr>
            <p:ph type="ctrTitle"/>
          </p:nvPr>
        </p:nvSpPr>
        <p:spPr>
          <a:xfrm>
            <a:off x="2163234" y="151418"/>
            <a:ext cx="9520767"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Two_Rows">
  <p:cSld name="Custom_Two_Rows">
    <p:spTree>
      <p:nvGrpSpPr>
        <p:cNvPr id="54" name="Shape 54"/>
        <p:cNvGrpSpPr/>
        <p:nvPr/>
      </p:nvGrpSpPr>
      <p:grpSpPr>
        <a:xfrm>
          <a:off x="0" y="0"/>
          <a:ext cx="0" cy="0"/>
          <a:chOff x="0" y="0"/>
          <a:chExt cx="0" cy="0"/>
        </a:xfrm>
      </p:grpSpPr>
      <p:sp>
        <p:nvSpPr>
          <p:cNvPr id="55" name="Google Shape;55;p9"/>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9"/>
          <p:cNvSpPr txBox="1"/>
          <p:nvPr>
            <p:ph idx="1" type="body"/>
          </p:nvPr>
        </p:nvSpPr>
        <p:spPr>
          <a:xfrm>
            <a:off x="609600" y="1066800"/>
            <a:ext cx="11074400"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9"/>
          <p:cNvSpPr txBox="1"/>
          <p:nvPr>
            <p:ph idx="2" type="body"/>
          </p:nvPr>
        </p:nvSpPr>
        <p:spPr>
          <a:xfrm>
            <a:off x="609600" y="3581400"/>
            <a:ext cx="11074400"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9" name="Google Shape;59;p9"/>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60" name="Google Shape;60;p9"/>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61" name="Google Shape;61;p9"/>
          <p:cNvSpPr txBox="1"/>
          <p:nvPr>
            <p:ph type="ctrTitle"/>
          </p:nvPr>
        </p:nvSpPr>
        <p:spPr>
          <a:xfrm>
            <a:off x="2159000" y="151418"/>
            <a:ext cx="9525000"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Two_Columns">
  <p:cSld name="Custom_Two_Columns">
    <p:spTree>
      <p:nvGrpSpPr>
        <p:cNvPr id="62" name="Shape 62"/>
        <p:cNvGrpSpPr/>
        <p:nvPr/>
      </p:nvGrpSpPr>
      <p:grpSpPr>
        <a:xfrm>
          <a:off x="0" y="0"/>
          <a:ext cx="0" cy="0"/>
          <a:chOff x="0" y="0"/>
          <a:chExt cx="0" cy="0"/>
        </a:xfrm>
      </p:grpSpPr>
      <p:sp>
        <p:nvSpPr>
          <p:cNvPr id="63" name="Google Shape;63;p10"/>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10"/>
          <p:cNvSpPr txBox="1"/>
          <p:nvPr>
            <p:ph idx="1" type="body"/>
          </p:nvPr>
        </p:nvSpPr>
        <p:spPr>
          <a:xfrm>
            <a:off x="609600" y="1066800"/>
            <a:ext cx="53848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6" name="Google Shape;66;p10"/>
          <p:cNvSpPr txBox="1"/>
          <p:nvPr>
            <p:ph idx="2" type="body"/>
          </p:nvPr>
        </p:nvSpPr>
        <p:spPr>
          <a:xfrm>
            <a:off x="6197600" y="1066800"/>
            <a:ext cx="53848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67" name="Google Shape;67;p10"/>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68" name="Google Shape;68;p10"/>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69" name="Google Shape;69;p10"/>
          <p:cNvSpPr txBox="1"/>
          <p:nvPr>
            <p:ph type="ctrTitle"/>
          </p:nvPr>
        </p:nvSpPr>
        <p:spPr>
          <a:xfrm>
            <a:off x="2163233" y="151418"/>
            <a:ext cx="9520767"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Three_Columns">
  <p:cSld name="Custom_Three_Columns">
    <p:spTree>
      <p:nvGrpSpPr>
        <p:cNvPr id="70" name="Shape 70"/>
        <p:cNvGrpSpPr/>
        <p:nvPr/>
      </p:nvGrpSpPr>
      <p:grpSpPr>
        <a:xfrm>
          <a:off x="0" y="0"/>
          <a:ext cx="0" cy="0"/>
          <a:chOff x="0" y="0"/>
          <a:chExt cx="0" cy="0"/>
        </a:xfrm>
      </p:grpSpPr>
      <p:sp>
        <p:nvSpPr>
          <p:cNvPr id="71" name="Google Shape;71;p11"/>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11"/>
          <p:cNvSpPr txBox="1"/>
          <p:nvPr>
            <p:ph idx="1" type="body"/>
          </p:nvPr>
        </p:nvSpPr>
        <p:spPr>
          <a:xfrm>
            <a:off x="609600" y="1066800"/>
            <a:ext cx="35560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1"/>
          <p:cNvSpPr txBox="1"/>
          <p:nvPr>
            <p:ph idx="2" type="body"/>
          </p:nvPr>
        </p:nvSpPr>
        <p:spPr>
          <a:xfrm>
            <a:off x="4368800" y="1066800"/>
            <a:ext cx="35560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3" type="body"/>
          </p:nvPr>
        </p:nvSpPr>
        <p:spPr>
          <a:xfrm>
            <a:off x="8128000" y="1066800"/>
            <a:ext cx="35560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76" name="Google Shape;76;p11"/>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77" name="Google Shape;77;p11"/>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78" name="Google Shape;78;p11"/>
          <p:cNvSpPr txBox="1"/>
          <p:nvPr>
            <p:ph type="ctrTitle"/>
          </p:nvPr>
        </p:nvSpPr>
        <p:spPr>
          <a:xfrm>
            <a:off x="2163805" y="151418"/>
            <a:ext cx="9520195"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Four_Boxes">
  <p:cSld name="Custom_Four_Boxes">
    <p:spTree>
      <p:nvGrpSpPr>
        <p:cNvPr id="79" name="Shape 79"/>
        <p:cNvGrpSpPr/>
        <p:nvPr/>
      </p:nvGrpSpPr>
      <p:grpSpPr>
        <a:xfrm>
          <a:off x="0" y="0"/>
          <a:ext cx="0" cy="0"/>
          <a:chOff x="0" y="0"/>
          <a:chExt cx="0" cy="0"/>
        </a:xfrm>
      </p:grpSpPr>
      <p:sp>
        <p:nvSpPr>
          <p:cNvPr id="80" name="Google Shape;80;p12"/>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2" name="Google Shape;82;p12"/>
          <p:cNvSpPr txBox="1"/>
          <p:nvPr>
            <p:ph idx="1" type="body"/>
          </p:nvPr>
        </p:nvSpPr>
        <p:spPr>
          <a:xfrm>
            <a:off x="609604" y="1066800"/>
            <a:ext cx="5377545"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12"/>
          <p:cNvSpPr txBox="1"/>
          <p:nvPr>
            <p:ph idx="2" type="body"/>
          </p:nvPr>
        </p:nvSpPr>
        <p:spPr>
          <a:xfrm>
            <a:off x="6193975" y="1066800"/>
            <a:ext cx="5490031"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4" name="Google Shape;84;p12"/>
          <p:cNvSpPr txBox="1"/>
          <p:nvPr>
            <p:ph idx="3" type="body"/>
          </p:nvPr>
        </p:nvSpPr>
        <p:spPr>
          <a:xfrm>
            <a:off x="6193970" y="3521528"/>
            <a:ext cx="5490031"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12"/>
          <p:cNvSpPr txBox="1"/>
          <p:nvPr>
            <p:ph idx="4" type="body"/>
          </p:nvPr>
        </p:nvSpPr>
        <p:spPr>
          <a:xfrm>
            <a:off x="605976" y="3529693"/>
            <a:ext cx="5377545"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86" name="Google Shape;86;p12"/>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87" name="Google Shape;87;p12"/>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88" name="Google Shape;88;p12"/>
          <p:cNvSpPr txBox="1"/>
          <p:nvPr>
            <p:ph type="ctrTitle"/>
          </p:nvPr>
        </p:nvSpPr>
        <p:spPr>
          <a:xfrm>
            <a:off x="2159000" y="151418"/>
            <a:ext cx="9525000"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Six_Boxes">
  <p:cSld name="Custom_Six_Boxes">
    <p:spTree>
      <p:nvGrpSpPr>
        <p:cNvPr id="89" name="Shape 89"/>
        <p:cNvGrpSpPr/>
        <p:nvPr/>
      </p:nvGrpSpPr>
      <p:grpSpPr>
        <a:xfrm>
          <a:off x="0" y="0"/>
          <a:ext cx="0" cy="0"/>
          <a:chOff x="0" y="0"/>
          <a:chExt cx="0" cy="0"/>
        </a:xfrm>
      </p:grpSpPr>
      <p:sp>
        <p:nvSpPr>
          <p:cNvPr id="90" name="Google Shape;90;p13"/>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3"/>
          <p:cNvSpPr txBox="1"/>
          <p:nvPr>
            <p:ph idx="1" type="body"/>
          </p:nvPr>
        </p:nvSpPr>
        <p:spPr>
          <a:xfrm>
            <a:off x="609600" y="1066800"/>
            <a:ext cx="3556000"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13"/>
          <p:cNvSpPr txBox="1"/>
          <p:nvPr>
            <p:ph idx="2" type="body"/>
          </p:nvPr>
        </p:nvSpPr>
        <p:spPr>
          <a:xfrm>
            <a:off x="4368800" y="1066800"/>
            <a:ext cx="3556000"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13"/>
          <p:cNvSpPr txBox="1"/>
          <p:nvPr>
            <p:ph idx="3" type="body"/>
          </p:nvPr>
        </p:nvSpPr>
        <p:spPr>
          <a:xfrm>
            <a:off x="616857" y="3535137"/>
            <a:ext cx="3556000" cy="2359479"/>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13"/>
          <p:cNvSpPr txBox="1"/>
          <p:nvPr>
            <p:ph idx="4" type="body"/>
          </p:nvPr>
        </p:nvSpPr>
        <p:spPr>
          <a:xfrm>
            <a:off x="8120743" y="1066800"/>
            <a:ext cx="3556000"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6" name="Google Shape;96;p13"/>
          <p:cNvSpPr txBox="1"/>
          <p:nvPr>
            <p:ph idx="5" type="body"/>
          </p:nvPr>
        </p:nvSpPr>
        <p:spPr>
          <a:xfrm>
            <a:off x="8128000" y="3535137"/>
            <a:ext cx="3556000" cy="2359479"/>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7" name="Google Shape;97;p13"/>
          <p:cNvSpPr txBox="1"/>
          <p:nvPr>
            <p:ph idx="6" type="body"/>
          </p:nvPr>
        </p:nvSpPr>
        <p:spPr>
          <a:xfrm>
            <a:off x="4376059" y="3537858"/>
            <a:ext cx="3556000" cy="2362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98" name="Google Shape;98;p13"/>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99" name="Google Shape;99;p13"/>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100" name="Google Shape;100;p13"/>
          <p:cNvSpPr txBox="1"/>
          <p:nvPr>
            <p:ph type="ctrTitle"/>
          </p:nvPr>
        </p:nvSpPr>
        <p:spPr>
          <a:xfrm>
            <a:off x="2159000" y="151418"/>
            <a:ext cx="9525000"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Caption">
  <p:cSld name="Custom_Caption">
    <p:spTree>
      <p:nvGrpSpPr>
        <p:cNvPr id="101" name="Shape 101"/>
        <p:cNvGrpSpPr/>
        <p:nvPr/>
      </p:nvGrpSpPr>
      <p:grpSpPr>
        <a:xfrm>
          <a:off x="0" y="0"/>
          <a:ext cx="0" cy="0"/>
          <a:chOff x="0" y="0"/>
          <a:chExt cx="0" cy="0"/>
        </a:xfrm>
      </p:grpSpPr>
      <p:sp>
        <p:nvSpPr>
          <p:cNvPr id="102" name="Google Shape;102;p14"/>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4"/>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4"/>
          <p:cNvSpPr txBox="1"/>
          <p:nvPr>
            <p:ph idx="1" type="body"/>
          </p:nvPr>
        </p:nvSpPr>
        <p:spPr>
          <a:xfrm>
            <a:off x="4713516" y="1066801"/>
            <a:ext cx="6970485" cy="4811486"/>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atin typeface="Tahoma"/>
                <a:ea typeface="Tahoma"/>
                <a:cs typeface="Tahoma"/>
                <a:sym typeface="Tahoma"/>
              </a:defRPr>
            </a:lvl2pPr>
            <a:lvl3pPr indent="-317500" lvl="2" marL="1371600" algn="l">
              <a:spcBef>
                <a:spcPts val="280"/>
              </a:spcBef>
              <a:spcAft>
                <a:spcPts val="0"/>
              </a:spcAft>
              <a:buClr>
                <a:schemeClr val="dk1"/>
              </a:buClr>
              <a:buSzPts val="1400"/>
              <a:buFont typeface="Arial"/>
              <a:buChar char="•"/>
              <a:defRPr sz="1400">
                <a:latin typeface="Tahoma"/>
                <a:ea typeface="Tahoma"/>
                <a:cs typeface="Tahoma"/>
                <a:sym typeface="Tahoma"/>
              </a:defRPr>
            </a:lvl3pPr>
            <a:lvl4pPr indent="-311150" lvl="3" marL="1828800" algn="l">
              <a:spcBef>
                <a:spcPts val="260"/>
              </a:spcBef>
              <a:spcAft>
                <a:spcPts val="0"/>
              </a:spcAft>
              <a:buClr>
                <a:schemeClr val="dk1"/>
              </a:buClr>
              <a:buSzPts val="1300"/>
              <a:buFont typeface="Arial"/>
              <a:buChar char="•"/>
              <a:defRPr sz="1300">
                <a:latin typeface="Tahoma"/>
                <a:ea typeface="Tahoma"/>
                <a:cs typeface="Tahoma"/>
                <a:sym typeface="Tahoma"/>
              </a:defRPr>
            </a:lvl4pPr>
            <a:lvl5pPr indent="-311150" lvl="4" marL="2286000" algn="l">
              <a:spcBef>
                <a:spcPts val="260"/>
              </a:spcBef>
              <a:spcAft>
                <a:spcPts val="0"/>
              </a:spcAft>
              <a:buClr>
                <a:schemeClr val="dk1"/>
              </a:buClr>
              <a:buSzPts val="1300"/>
              <a:buFont typeface="Arial"/>
              <a:buChar char="•"/>
              <a:defRPr sz="1300">
                <a:latin typeface="Tahoma"/>
                <a:ea typeface="Tahoma"/>
                <a:cs typeface="Tahoma"/>
                <a:sym typeface="Tahom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5" name="Google Shape;105;p14"/>
          <p:cNvSpPr txBox="1"/>
          <p:nvPr>
            <p:ph idx="2" type="body"/>
          </p:nvPr>
        </p:nvSpPr>
        <p:spPr>
          <a:xfrm>
            <a:off x="751422" y="1763489"/>
            <a:ext cx="3831468" cy="4115027"/>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6" name="Google Shape;106;p14"/>
          <p:cNvSpPr txBox="1"/>
          <p:nvPr>
            <p:ph idx="3" type="body"/>
          </p:nvPr>
        </p:nvSpPr>
        <p:spPr>
          <a:xfrm>
            <a:off x="762002" y="1066800"/>
            <a:ext cx="3828143" cy="6966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None/>
              <a:defRPr b="1" sz="2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07" name="Google Shape;107;p14"/>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108" name="Google Shape;108;p14"/>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109" name="Google Shape;109;p14"/>
          <p:cNvSpPr txBox="1"/>
          <p:nvPr>
            <p:ph type="ctrTitle"/>
          </p:nvPr>
        </p:nvSpPr>
        <p:spPr>
          <a:xfrm>
            <a:off x="2163805" y="151418"/>
            <a:ext cx="9520195"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ding_Slide">
  <p:cSld name="Concluding_Slide">
    <p:spTree>
      <p:nvGrpSpPr>
        <p:cNvPr id="110" name="Shape 110"/>
        <p:cNvGrpSpPr/>
        <p:nvPr/>
      </p:nvGrpSpPr>
      <p:grpSpPr>
        <a:xfrm>
          <a:off x="0" y="0"/>
          <a:ext cx="0" cy="0"/>
          <a:chOff x="0" y="0"/>
          <a:chExt cx="0" cy="0"/>
        </a:xfrm>
      </p:grpSpPr>
      <p:sp>
        <p:nvSpPr>
          <p:cNvPr id="111" name="Google Shape;111;p15"/>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5"/>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3" name="Google Shape;113;p15"/>
          <p:cNvSpPr txBox="1"/>
          <p:nvPr/>
        </p:nvSpPr>
        <p:spPr>
          <a:xfrm>
            <a:off x="4972575" y="3525877"/>
            <a:ext cx="17161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ahoma"/>
                <a:ea typeface="Tahoma"/>
                <a:cs typeface="Tahoma"/>
                <a:sym typeface="Tahoma"/>
              </a:rPr>
              <a:t>www.darpa.mil</a:t>
            </a:r>
            <a:endParaRPr/>
          </a:p>
        </p:txBody>
      </p:sp>
      <p:pic>
        <p:nvPicPr>
          <p:cNvPr id="114" name="Google Shape;114;p15"/>
          <p:cNvPicPr preferRelativeResize="0"/>
          <p:nvPr/>
        </p:nvPicPr>
        <p:blipFill rotWithShape="1">
          <a:blip r:embed="rId2">
            <a:alphaModFix/>
          </a:blip>
          <a:srcRect b="0" l="0" r="0" t="0"/>
          <a:stretch/>
        </p:blipFill>
        <p:spPr>
          <a:xfrm>
            <a:off x="4900243" y="2531270"/>
            <a:ext cx="2360480" cy="106842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PA_Quad_Chart_Guidelines">
  <p:cSld name="DARPA_Quad_Chart_Guidelines">
    <p:spTree>
      <p:nvGrpSpPr>
        <p:cNvPr id="115" name="Shape 115"/>
        <p:cNvGrpSpPr/>
        <p:nvPr/>
      </p:nvGrpSpPr>
      <p:grpSpPr>
        <a:xfrm>
          <a:off x="0" y="0"/>
          <a:ext cx="0" cy="0"/>
          <a:chOff x="0" y="0"/>
          <a:chExt cx="0" cy="0"/>
        </a:xfrm>
      </p:grpSpPr>
      <p:sp>
        <p:nvSpPr>
          <p:cNvPr id="116" name="Google Shape;116;p16"/>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6"/>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16"/>
          <p:cNvSpPr/>
          <p:nvPr/>
        </p:nvSpPr>
        <p:spPr>
          <a:xfrm>
            <a:off x="1930400" y="5181600"/>
            <a:ext cx="2032000" cy="7620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119" name="Google Shape;119;p16"/>
          <p:cNvSpPr/>
          <p:nvPr/>
        </p:nvSpPr>
        <p:spPr>
          <a:xfrm>
            <a:off x="5080000" y="5181600"/>
            <a:ext cx="2032000" cy="762000"/>
          </a:xfrm>
          <a:prstGeom prst="rect">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120" name="Google Shape;120;p16"/>
          <p:cNvSpPr/>
          <p:nvPr/>
        </p:nvSpPr>
        <p:spPr>
          <a:xfrm>
            <a:off x="8229600" y="5181600"/>
            <a:ext cx="2032000" cy="762000"/>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121" name="Google Shape;121;p16"/>
          <p:cNvSpPr txBox="1"/>
          <p:nvPr/>
        </p:nvSpPr>
        <p:spPr>
          <a:xfrm>
            <a:off x="2235200" y="5410200"/>
            <a:ext cx="142240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00">
                <a:solidFill>
                  <a:schemeClr val="dk1"/>
                </a:solidFill>
                <a:latin typeface="Tahoma"/>
                <a:ea typeface="Tahoma"/>
                <a:cs typeface="Tahoma"/>
                <a:sym typeface="Tahoma"/>
              </a:rPr>
              <a:t>Concept</a:t>
            </a:r>
            <a:endParaRPr/>
          </a:p>
        </p:txBody>
      </p:sp>
      <p:sp>
        <p:nvSpPr>
          <p:cNvPr id="122" name="Google Shape;122;p16"/>
          <p:cNvSpPr txBox="1"/>
          <p:nvPr/>
        </p:nvSpPr>
        <p:spPr>
          <a:xfrm>
            <a:off x="5384800" y="5422272"/>
            <a:ext cx="142240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00">
                <a:solidFill>
                  <a:schemeClr val="dk1"/>
                </a:solidFill>
                <a:latin typeface="Tahoma"/>
                <a:ea typeface="Tahoma"/>
                <a:cs typeface="Tahoma"/>
                <a:sym typeface="Tahoma"/>
              </a:rPr>
              <a:t>Prototype</a:t>
            </a:r>
            <a:endParaRPr/>
          </a:p>
        </p:txBody>
      </p:sp>
      <p:sp>
        <p:nvSpPr>
          <p:cNvPr id="123" name="Google Shape;123;p16"/>
          <p:cNvSpPr txBox="1"/>
          <p:nvPr/>
        </p:nvSpPr>
        <p:spPr>
          <a:xfrm>
            <a:off x="8382000" y="5347158"/>
            <a:ext cx="172720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00">
                <a:solidFill>
                  <a:schemeClr val="dk1"/>
                </a:solidFill>
                <a:latin typeface="Tahoma"/>
                <a:ea typeface="Tahoma"/>
                <a:cs typeface="Tahoma"/>
                <a:sym typeface="Tahoma"/>
              </a:rPr>
              <a:t>Field Demonstration</a:t>
            </a:r>
            <a:endParaRPr/>
          </a:p>
        </p:txBody>
      </p:sp>
      <p:sp>
        <p:nvSpPr>
          <p:cNvPr id="124" name="Google Shape;124;p16"/>
          <p:cNvSpPr txBox="1"/>
          <p:nvPr/>
        </p:nvSpPr>
        <p:spPr>
          <a:xfrm>
            <a:off x="508000" y="1232807"/>
            <a:ext cx="11176000" cy="323165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Tahoma"/>
                <a:ea typeface="Tahoma"/>
                <a:cs typeface="Tahoma"/>
                <a:sym typeface="Tahoma"/>
              </a:rPr>
              <a:t>The following two slides outline the format for two different quad charts that will be used for Congressional Staffer day and internal DARPA use. The only difference between the two quad charts is the bottom right-hand quadrant as follows: </a:t>
            </a:r>
            <a:endParaRPr b="0" i="0" sz="12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240"/>
              </a:spcBef>
              <a:spcAft>
                <a:spcPts val="0"/>
              </a:spcAft>
              <a:buClr>
                <a:srgbClr val="000000"/>
              </a:buClr>
              <a:buSzPts val="1200"/>
              <a:buFont typeface="Arial"/>
              <a:buChar char="•"/>
            </a:pPr>
            <a:r>
              <a:rPr b="0" i="0" lang="en-US" sz="1200" u="none" cap="none" strike="noStrike">
                <a:solidFill>
                  <a:srgbClr val="000000"/>
                </a:solidFill>
                <a:latin typeface="Tahoma"/>
                <a:ea typeface="Tahoma"/>
                <a:cs typeface="Tahoma"/>
                <a:sym typeface="Tahoma"/>
              </a:rPr>
              <a:t>Staffer: Names and locations of performers. </a:t>
            </a:r>
            <a:endParaRPr/>
          </a:p>
          <a:p>
            <a:pPr indent="-285750" lvl="1" marL="742950" marR="0" rtl="0" algn="l">
              <a:lnSpc>
                <a:spcPct val="100000"/>
              </a:lnSpc>
              <a:spcBef>
                <a:spcPts val="240"/>
              </a:spcBef>
              <a:spcAft>
                <a:spcPts val="0"/>
              </a:spcAft>
              <a:buClr>
                <a:srgbClr val="000000"/>
              </a:buClr>
              <a:buSzPts val="1200"/>
              <a:buFont typeface="Arial"/>
              <a:buChar char="•"/>
            </a:pPr>
            <a:r>
              <a:rPr b="0" i="0" lang="en-US" sz="1200" u="none" cap="none" strike="noStrike">
                <a:solidFill>
                  <a:srgbClr val="000000"/>
                </a:solidFill>
                <a:latin typeface="Tahoma"/>
                <a:ea typeface="Tahoma"/>
                <a:cs typeface="Tahoma"/>
                <a:sym typeface="Tahoma"/>
              </a:rPr>
              <a:t>Internal DARPA: Issues/challenges and a spend plan status. </a:t>
            </a:r>
            <a:endParaRPr b="0" i="0" sz="12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240"/>
              </a:spcBef>
              <a:spcAft>
                <a:spcPts val="0"/>
              </a:spcAft>
              <a:buClr>
                <a:schemeClr val="dk1"/>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240"/>
              </a:spcBef>
              <a:spcAft>
                <a:spcPts val="0"/>
              </a:spcAft>
              <a:buClr>
                <a:srgbClr val="000000"/>
              </a:buClr>
              <a:buSzPts val="1200"/>
              <a:buFont typeface="Arial"/>
              <a:buNone/>
            </a:pPr>
            <a:r>
              <a:rPr b="0" i="0" lang="en-US" sz="1200" u="none" cap="none" strike="noStrike">
                <a:solidFill>
                  <a:srgbClr val="000000"/>
                </a:solidFill>
                <a:latin typeface="Tahoma"/>
                <a:ea typeface="Tahoma"/>
                <a:cs typeface="Tahoma"/>
                <a:sym typeface="Tahoma"/>
              </a:rPr>
              <a:t>Formatting for both the internal DARPA and staffer quads:  </a:t>
            </a:r>
            <a:endParaRPr b="0" i="0" sz="12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240"/>
              </a:spcBef>
              <a:spcAft>
                <a:spcPts val="0"/>
              </a:spcAft>
              <a:buClr>
                <a:srgbClr val="000000"/>
              </a:buClr>
              <a:buSzPts val="1200"/>
              <a:buFont typeface="Arial"/>
              <a:buChar char="•"/>
            </a:pPr>
            <a:r>
              <a:rPr b="1" i="0" lang="en-US" sz="1200" u="none" cap="none" strike="noStrike">
                <a:solidFill>
                  <a:srgbClr val="000000"/>
                </a:solidFill>
                <a:latin typeface="Tahoma"/>
                <a:ea typeface="Tahoma"/>
                <a:cs typeface="Tahoma"/>
                <a:sym typeface="Tahoma"/>
              </a:rPr>
              <a:t>Font: </a:t>
            </a:r>
            <a:r>
              <a:rPr b="0" i="0" lang="en-US" sz="1200" u="none" cap="none" strike="noStrike">
                <a:solidFill>
                  <a:srgbClr val="000000"/>
                </a:solidFill>
                <a:latin typeface="Tahoma"/>
                <a:ea typeface="Tahoma"/>
                <a:cs typeface="Tahoma"/>
                <a:sym typeface="Tahoma"/>
              </a:rPr>
              <a:t>Tahoma</a:t>
            </a:r>
            <a:endParaRPr b="0" i="0" sz="12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240"/>
              </a:spcBef>
              <a:spcAft>
                <a:spcPts val="0"/>
              </a:spcAft>
              <a:buClr>
                <a:srgbClr val="000000"/>
              </a:buClr>
              <a:buSzPts val="1200"/>
              <a:buFont typeface="Arial"/>
              <a:buChar char="•"/>
            </a:pPr>
            <a:r>
              <a:rPr b="1" i="0" lang="en-US" sz="1200" u="none" cap="none" strike="noStrike">
                <a:solidFill>
                  <a:srgbClr val="000000"/>
                </a:solidFill>
                <a:latin typeface="Tahoma"/>
                <a:ea typeface="Tahoma"/>
                <a:cs typeface="Tahoma"/>
                <a:sym typeface="Tahoma"/>
              </a:rPr>
              <a:t>Color: </a:t>
            </a:r>
            <a:r>
              <a:rPr b="0" i="0" lang="en-US" sz="1200" u="none" cap="none" strike="noStrike">
                <a:solidFill>
                  <a:srgbClr val="000000"/>
                </a:solidFill>
                <a:latin typeface="Tahoma"/>
                <a:ea typeface="Tahoma"/>
                <a:cs typeface="Tahoma"/>
                <a:sym typeface="Tahoma"/>
              </a:rPr>
              <a:t>Font color = black</a:t>
            </a:r>
            <a:endParaRPr b="0" i="0" sz="12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240"/>
              </a:spcBef>
              <a:spcAft>
                <a:spcPts val="0"/>
              </a:spcAft>
              <a:buClr>
                <a:srgbClr val="000000"/>
              </a:buClr>
              <a:buSzPts val="1200"/>
              <a:buFont typeface="Arial"/>
              <a:buChar char="•"/>
            </a:pPr>
            <a:r>
              <a:rPr b="1" i="0" lang="en-US" sz="1200" u="none" cap="none" strike="noStrike">
                <a:solidFill>
                  <a:srgbClr val="000000"/>
                </a:solidFill>
                <a:latin typeface="Tahoma"/>
                <a:ea typeface="Tahoma"/>
                <a:cs typeface="Tahoma"/>
                <a:sym typeface="Tahoma"/>
              </a:rPr>
              <a:t>Sizes: </a:t>
            </a:r>
            <a:r>
              <a:rPr b="0" i="0" lang="en-US" sz="1200" u="none" cap="none" strike="noStrike">
                <a:solidFill>
                  <a:srgbClr val="000000"/>
                </a:solidFill>
                <a:latin typeface="Tahoma"/>
                <a:ea typeface="Tahoma"/>
                <a:cs typeface="Tahoma"/>
                <a:sym typeface="Tahoma"/>
              </a:rPr>
              <a:t>Font size is set at 12 pt., decreasing to 11 pt. and 9 pt. for sub-bullets.  (Recognizing that some programs will have more information needed on the quad charts than others, text size may be reduced but, for ease of </a:t>
            </a:r>
            <a:br>
              <a:rPr b="0" i="0" lang="en-US" sz="1200" u="none" cap="none" strike="noStrike">
                <a:solidFill>
                  <a:srgbClr val="000000"/>
                </a:solidFill>
                <a:latin typeface="Tahoma"/>
                <a:ea typeface="Tahoma"/>
                <a:cs typeface="Tahoma"/>
                <a:sym typeface="Tahoma"/>
              </a:rPr>
            </a:br>
            <a:r>
              <a:rPr b="0" i="0" lang="en-US" sz="1200" u="none" cap="none" strike="noStrike">
                <a:solidFill>
                  <a:srgbClr val="000000"/>
                </a:solidFill>
                <a:latin typeface="Tahoma"/>
                <a:ea typeface="Tahoma"/>
                <a:cs typeface="Tahoma"/>
                <a:sym typeface="Tahoma"/>
              </a:rPr>
              <a:t>reading, should never be smaller than 9 pt.) </a:t>
            </a:r>
            <a:endParaRPr b="0" i="0" sz="12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240"/>
              </a:spcBef>
              <a:spcAft>
                <a:spcPts val="0"/>
              </a:spcAft>
              <a:buClr>
                <a:srgbClr val="000000"/>
              </a:buClr>
              <a:buSzPts val="1200"/>
              <a:buFont typeface="Arial"/>
              <a:buChar char="•"/>
            </a:pPr>
            <a:r>
              <a:rPr b="1" i="0" lang="en-US" sz="1200" u="none" cap="none" strike="noStrike">
                <a:solidFill>
                  <a:srgbClr val="000000"/>
                </a:solidFill>
                <a:latin typeface="Tahoma"/>
                <a:ea typeface="Tahoma"/>
                <a:cs typeface="Tahoma"/>
                <a:sym typeface="Tahoma"/>
              </a:rPr>
              <a:t>Font style: </a:t>
            </a:r>
            <a:r>
              <a:rPr b="0" i="0" lang="en-US" sz="1200" u="none" cap="none" strike="noStrike">
                <a:solidFill>
                  <a:srgbClr val="000000"/>
                </a:solidFill>
                <a:latin typeface="Tahoma"/>
                <a:ea typeface="Tahoma"/>
                <a:cs typeface="Tahoma"/>
                <a:sym typeface="Tahoma"/>
              </a:rPr>
              <a:t>Avoid the use of bold unless needed</a:t>
            </a:r>
            <a:endParaRPr b="0" i="0" sz="12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240"/>
              </a:spcBef>
              <a:spcAft>
                <a:spcPts val="0"/>
              </a:spcAft>
              <a:buClr>
                <a:srgbClr val="000000"/>
              </a:buClr>
              <a:buSzPts val="1200"/>
              <a:buFont typeface="Arial"/>
              <a:buChar char="•"/>
            </a:pPr>
            <a:r>
              <a:rPr b="1" i="0" lang="en-US" sz="1200" u="none" cap="none" strike="noStrike">
                <a:solidFill>
                  <a:srgbClr val="000000"/>
                </a:solidFill>
                <a:latin typeface="Tahoma"/>
                <a:ea typeface="Tahoma"/>
                <a:cs typeface="Tahoma"/>
                <a:sym typeface="Tahoma"/>
              </a:rPr>
              <a:t>Bullets and sub-bullets: </a:t>
            </a:r>
            <a:r>
              <a:rPr b="0" i="0" lang="en-US" sz="1200" u="none" cap="none" strike="noStrike">
                <a:solidFill>
                  <a:srgbClr val="000000"/>
                </a:solidFill>
                <a:latin typeface="Tahoma"/>
                <a:ea typeface="Tahoma"/>
                <a:cs typeface="Tahoma"/>
                <a:sym typeface="Tahoma"/>
              </a:rPr>
              <a:t>Solid dots</a:t>
            </a:r>
            <a:endParaRPr b="0" i="0" sz="12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240"/>
              </a:spcBef>
              <a:spcAft>
                <a:spcPts val="0"/>
              </a:spcAft>
              <a:buClr>
                <a:srgbClr val="000000"/>
              </a:buClr>
              <a:buSzPts val="1200"/>
              <a:buFont typeface="Arial"/>
              <a:buChar char="•"/>
            </a:pPr>
            <a:r>
              <a:rPr b="1" i="0" lang="en-US" sz="1200" u="none" cap="none" strike="noStrike">
                <a:solidFill>
                  <a:srgbClr val="000000"/>
                </a:solidFill>
                <a:latin typeface="Tahoma"/>
                <a:ea typeface="Tahoma"/>
                <a:cs typeface="Tahoma"/>
                <a:sym typeface="Tahoma"/>
              </a:rPr>
              <a:t>Status Boxes: </a:t>
            </a:r>
            <a:r>
              <a:rPr b="0" i="0" lang="en-US" sz="1200" u="none" cap="none" strike="noStrike">
                <a:solidFill>
                  <a:srgbClr val="000000"/>
                </a:solidFill>
                <a:latin typeface="Tahoma"/>
                <a:ea typeface="Tahoma"/>
                <a:cs typeface="Tahoma"/>
                <a:sym typeface="Tahoma"/>
              </a:rPr>
              <a:t>In the upper right hand corner of each quad chart, there is a placeholder for one of these three boxes. Please replace the existing placeholder with the corresponding box that represents the status of the program:</a:t>
            </a:r>
            <a:endParaRPr b="0" i="0" sz="1200" u="none" cap="none" strike="noStrike">
              <a:solidFill>
                <a:srgbClr val="000000"/>
              </a:solidFill>
              <a:latin typeface="Times New Roman"/>
              <a:ea typeface="Times New Roman"/>
              <a:cs typeface="Times New Roman"/>
              <a:sym typeface="Times New Roman"/>
            </a:endParaRPr>
          </a:p>
        </p:txBody>
      </p:sp>
      <p:cxnSp>
        <p:nvCxnSpPr>
          <p:cNvPr id="125" name="Google Shape;125;p16"/>
          <p:cNvCxnSpPr/>
          <p:nvPr/>
        </p:nvCxnSpPr>
        <p:spPr>
          <a:xfrm>
            <a:off x="508000" y="840102"/>
            <a:ext cx="11176000" cy="1587"/>
          </a:xfrm>
          <a:prstGeom prst="straightConnector1">
            <a:avLst/>
          </a:prstGeom>
          <a:noFill/>
          <a:ln cap="flat" cmpd="sng" w="22225">
            <a:solidFill>
              <a:srgbClr val="0F5E90"/>
            </a:solidFill>
            <a:prstDash val="solid"/>
            <a:round/>
            <a:headEnd len="med" w="med" type="none"/>
            <a:tailEnd len="med" w="med" type="none"/>
          </a:ln>
        </p:spPr>
      </p:cxnSp>
      <p:pic>
        <p:nvPicPr>
          <p:cNvPr id="126" name="Google Shape;126;p16"/>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127" name="Google Shape;127;p16"/>
          <p:cNvSpPr txBox="1"/>
          <p:nvPr>
            <p:ph type="ctrTitle"/>
          </p:nvPr>
        </p:nvSpPr>
        <p:spPr>
          <a:xfrm>
            <a:off x="2159000" y="151418"/>
            <a:ext cx="9525000" cy="612648"/>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cept_Program_Status_and_Performers">
  <p:cSld name="2_Concept_Program_Status_and_Performers">
    <p:spTree>
      <p:nvGrpSpPr>
        <p:cNvPr id="128" name="Shape 128"/>
        <p:cNvGrpSpPr/>
        <p:nvPr/>
      </p:nvGrpSpPr>
      <p:grpSpPr>
        <a:xfrm>
          <a:off x="0" y="0"/>
          <a:ext cx="0" cy="0"/>
          <a:chOff x="0" y="0"/>
          <a:chExt cx="0" cy="0"/>
        </a:xfrm>
      </p:grpSpPr>
      <p:sp>
        <p:nvSpPr>
          <p:cNvPr id="129" name="Google Shape;129;p17"/>
          <p:cNvSpPr txBox="1"/>
          <p:nvPr/>
        </p:nvSpPr>
        <p:spPr>
          <a:xfrm>
            <a:off x="38105" y="110094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130" name="Google Shape;130;p17"/>
          <p:cNvSpPr txBox="1"/>
          <p:nvPr/>
        </p:nvSpPr>
        <p:spPr>
          <a:xfrm>
            <a:off x="1392061"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131" name="Google Shape;131;p17"/>
          <p:cNvSpPr txBox="1"/>
          <p:nvPr/>
        </p:nvSpPr>
        <p:spPr>
          <a:xfrm>
            <a:off x="3009902"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132" name="Google Shape;132;p17"/>
          <p:cNvSpPr txBox="1"/>
          <p:nvPr>
            <p:ph idx="1" type="body"/>
          </p:nvPr>
        </p:nvSpPr>
        <p:spPr>
          <a:xfrm>
            <a:off x="373943" y="1100945"/>
            <a:ext cx="992009" cy="246888"/>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3" name="Google Shape;133;p17"/>
          <p:cNvSpPr txBox="1"/>
          <p:nvPr>
            <p:ph idx="2" type="body"/>
          </p:nvPr>
        </p:nvSpPr>
        <p:spPr>
          <a:xfrm>
            <a:off x="2238766" y="1100946"/>
            <a:ext cx="6695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4" name="Google Shape;134;p17"/>
          <p:cNvSpPr txBox="1"/>
          <p:nvPr>
            <p:ph idx="3" type="body"/>
          </p:nvPr>
        </p:nvSpPr>
        <p:spPr>
          <a:xfrm>
            <a:off x="4030131" y="110094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5" name="Google Shape;135;p17"/>
          <p:cNvSpPr txBox="1"/>
          <p:nvPr>
            <p:ph idx="4" type="body"/>
          </p:nvPr>
        </p:nvSpPr>
        <p:spPr>
          <a:xfrm>
            <a:off x="9119973"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6" name="Google Shape;136;p17"/>
          <p:cNvSpPr txBox="1"/>
          <p:nvPr>
            <p:ph idx="5" type="body"/>
          </p:nvPr>
        </p:nvSpPr>
        <p:spPr>
          <a:xfrm>
            <a:off x="10096341"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7" name="Google Shape;137;p17"/>
          <p:cNvSpPr txBox="1"/>
          <p:nvPr>
            <p:ph idx="6" type="body"/>
          </p:nvPr>
        </p:nvSpPr>
        <p:spPr>
          <a:xfrm>
            <a:off x="11079800"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8" name="Google Shape;138;p17"/>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7"/>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0" name="Google Shape;140;p17"/>
          <p:cNvSpPr txBox="1"/>
          <p:nvPr/>
        </p:nvSpPr>
        <p:spPr>
          <a:xfrm>
            <a:off x="11079800"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FY13</a:t>
            </a:r>
            <a:endParaRPr/>
          </a:p>
        </p:txBody>
      </p:sp>
      <p:sp>
        <p:nvSpPr>
          <p:cNvPr id="141" name="Google Shape;141;p17"/>
          <p:cNvSpPr txBox="1"/>
          <p:nvPr/>
        </p:nvSpPr>
        <p:spPr>
          <a:xfrm>
            <a:off x="10101659"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FY12</a:t>
            </a:r>
            <a:endParaRPr/>
          </a:p>
        </p:txBody>
      </p:sp>
      <p:sp>
        <p:nvSpPr>
          <p:cNvPr id="142" name="Google Shape;142;p17"/>
          <p:cNvSpPr txBox="1"/>
          <p:nvPr/>
        </p:nvSpPr>
        <p:spPr>
          <a:xfrm>
            <a:off x="9123517"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FY11</a:t>
            </a:r>
            <a:endParaRPr/>
          </a:p>
        </p:txBody>
      </p:sp>
      <p:sp>
        <p:nvSpPr>
          <p:cNvPr id="143" name="Google Shape;143;p17"/>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144" name="Google Shape;144;p17"/>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145" name="Google Shape;145;p17"/>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sp>
        <p:nvSpPr>
          <p:cNvPr id="146" name="Google Shape;146;p17"/>
          <p:cNvSpPr txBox="1"/>
          <p:nvPr>
            <p:ph type="ctrTitle"/>
          </p:nvPr>
        </p:nvSpPr>
        <p:spPr>
          <a:xfrm>
            <a:off x="2159000" y="195124"/>
            <a:ext cx="8563429" cy="52523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7" name="Google Shape;147;p17"/>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cxnSp>
        <p:nvCxnSpPr>
          <p:cNvPr id="148" name="Google Shape;148;p17"/>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149" name="Google Shape;149;p17"/>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150" name="Google Shape;150;p17"/>
          <p:cNvSpPr txBox="1"/>
          <p:nvPr>
            <p:ph idx="7"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1" name="Google Shape;151;p17"/>
          <p:cNvSpPr txBox="1"/>
          <p:nvPr>
            <p:ph idx="8"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p17"/>
          <p:cNvSpPr txBox="1"/>
          <p:nvPr>
            <p:ph idx="9"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3" name="Google Shape;153;p17"/>
          <p:cNvSpPr txBox="1"/>
          <p:nvPr>
            <p:ph idx="13" type="body"/>
          </p:nvPr>
        </p:nvSpPr>
        <p:spPr>
          <a:xfrm>
            <a:off x="6245881" y="4332530"/>
            <a:ext cx="3259363" cy="2220671"/>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8"/>
              </a:spcBef>
              <a:spcAft>
                <a:spcPts val="0"/>
              </a:spcAft>
              <a:buClr>
                <a:schemeClr val="dk1"/>
              </a:buClr>
              <a:buSzPts val="1000"/>
              <a:buNone/>
              <a:defRPr sz="1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4" name="Google Shape;154;p17"/>
          <p:cNvSpPr txBox="1"/>
          <p:nvPr>
            <p:ph idx="14" type="body"/>
          </p:nvPr>
        </p:nvSpPr>
        <p:spPr>
          <a:xfrm>
            <a:off x="9505245" y="4332529"/>
            <a:ext cx="2617183" cy="222068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8"/>
              </a:spcBef>
              <a:spcAft>
                <a:spcPts val="0"/>
              </a:spcAft>
              <a:buClr>
                <a:schemeClr val="dk1"/>
              </a:buClr>
              <a:buSzPts val="1000"/>
              <a:buNone/>
              <a:defRPr sz="1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5" name="Google Shape;155;p17"/>
          <p:cNvSpPr/>
          <p:nvPr/>
        </p:nvSpPr>
        <p:spPr>
          <a:xfrm>
            <a:off x="6245883" y="4103929"/>
            <a:ext cx="5876544" cy="2286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chemeClr val="lt1"/>
                </a:solidFill>
                <a:latin typeface="Tahoma"/>
                <a:ea typeface="Tahoma"/>
                <a:cs typeface="Tahoma"/>
                <a:sym typeface="Tahoma"/>
              </a:rPr>
              <a:t>PERFORMER:	</a:t>
            </a:r>
            <a:endParaRPr/>
          </a:p>
        </p:txBody>
      </p:sp>
      <p:sp>
        <p:nvSpPr>
          <p:cNvPr id="156" name="Google Shape;156;p17"/>
          <p:cNvSpPr txBox="1"/>
          <p:nvPr/>
        </p:nvSpPr>
        <p:spPr>
          <a:xfrm>
            <a:off x="8188123" y="3843864"/>
            <a:ext cx="215305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PERFORMERS</a:t>
            </a:r>
            <a:endParaRPr/>
          </a:p>
        </p:txBody>
      </p:sp>
      <p:sp>
        <p:nvSpPr>
          <p:cNvPr id="157" name="Google Shape;157;p17"/>
          <p:cNvSpPr/>
          <p:nvPr/>
        </p:nvSpPr>
        <p:spPr>
          <a:xfrm>
            <a:off x="9505245" y="4095463"/>
            <a:ext cx="838691"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Tahoma"/>
              <a:buNone/>
            </a:pPr>
            <a:r>
              <a:rPr b="0" i="0" lang="en-US" sz="1000" u="none" cap="none" strike="noStrike">
                <a:solidFill>
                  <a:srgbClr val="FFFFFF"/>
                </a:solidFill>
                <a:latin typeface="Tahoma"/>
                <a:ea typeface="Tahoma"/>
                <a:cs typeface="Tahoma"/>
                <a:sym typeface="Tahoma"/>
              </a:rPr>
              <a:t>LOCATION:</a:t>
            </a:r>
            <a:endParaRPr/>
          </a:p>
        </p:txBody>
      </p:sp>
      <p:cxnSp>
        <p:nvCxnSpPr>
          <p:cNvPr id="158" name="Google Shape;158;p17"/>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cept_Program_Status_and_Performers">
  <p:cSld name="3_Concept_Program_Status_and_Performers">
    <p:spTree>
      <p:nvGrpSpPr>
        <p:cNvPr id="159" name="Shape 159"/>
        <p:cNvGrpSpPr/>
        <p:nvPr/>
      </p:nvGrpSpPr>
      <p:grpSpPr>
        <a:xfrm>
          <a:off x="0" y="0"/>
          <a:ext cx="0" cy="0"/>
          <a:chOff x="0" y="0"/>
          <a:chExt cx="0" cy="0"/>
        </a:xfrm>
      </p:grpSpPr>
      <p:sp>
        <p:nvSpPr>
          <p:cNvPr id="160" name="Google Shape;160;p18"/>
          <p:cNvSpPr txBox="1"/>
          <p:nvPr/>
        </p:nvSpPr>
        <p:spPr>
          <a:xfrm>
            <a:off x="38105" y="110950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161" name="Google Shape;161;p18"/>
          <p:cNvSpPr txBox="1"/>
          <p:nvPr/>
        </p:nvSpPr>
        <p:spPr>
          <a:xfrm>
            <a:off x="2376359" y="1109506"/>
            <a:ext cx="105674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162" name="Google Shape;162;p18"/>
          <p:cNvSpPr txBox="1"/>
          <p:nvPr/>
        </p:nvSpPr>
        <p:spPr>
          <a:xfrm>
            <a:off x="4819654" y="110950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163" name="Google Shape;163;p18"/>
          <p:cNvSpPr txBox="1"/>
          <p:nvPr>
            <p:ph idx="1" type="body"/>
          </p:nvPr>
        </p:nvSpPr>
        <p:spPr>
          <a:xfrm>
            <a:off x="373943" y="1109506"/>
            <a:ext cx="19854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4" name="Google Shape;164;p18"/>
          <p:cNvSpPr txBox="1"/>
          <p:nvPr>
            <p:ph idx="2" type="body"/>
          </p:nvPr>
        </p:nvSpPr>
        <p:spPr>
          <a:xfrm>
            <a:off x="3207573" y="1109506"/>
            <a:ext cx="1654309"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5" name="Google Shape;165;p18"/>
          <p:cNvSpPr txBox="1"/>
          <p:nvPr>
            <p:ph idx="3" type="body"/>
          </p:nvPr>
        </p:nvSpPr>
        <p:spPr>
          <a:xfrm>
            <a:off x="5851173" y="110950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6" name="Google Shape;166;p18"/>
          <p:cNvSpPr txBox="1"/>
          <p:nvPr>
            <p:ph idx="4" type="body"/>
          </p:nvPr>
        </p:nvSpPr>
        <p:spPr>
          <a:xfrm>
            <a:off x="913060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7" name="Google Shape;167;p18"/>
          <p:cNvSpPr txBox="1"/>
          <p:nvPr>
            <p:ph idx="5" type="body"/>
          </p:nvPr>
        </p:nvSpPr>
        <p:spPr>
          <a:xfrm>
            <a:off x="10106128"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8" name="Google Shape;168;p18"/>
          <p:cNvSpPr txBox="1"/>
          <p:nvPr>
            <p:ph idx="6" type="body"/>
          </p:nvPr>
        </p:nvSpPr>
        <p:spPr>
          <a:xfrm>
            <a:off x="11085197"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9" name="Google Shape;169;p18"/>
          <p:cNvSpPr txBox="1"/>
          <p:nvPr>
            <p:ph idx="7" type="body"/>
          </p:nvPr>
        </p:nvSpPr>
        <p:spPr>
          <a:xfrm>
            <a:off x="913060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0" name="Google Shape;170;p18"/>
          <p:cNvSpPr txBox="1"/>
          <p:nvPr>
            <p:ph idx="8" type="body"/>
          </p:nvPr>
        </p:nvSpPr>
        <p:spPr>
          <a:xfrm>
            <a:off x="10106128"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1" name="Google Shape;171;p18"/>
          <p:cNvSpPr txBox="1"/>
          <p:nvPr>
            <p:ph idx="9" type="body"/>
          </p:nvPr>
        </p:nvSpPr>
        <p:spPr>
          <a:xfrm>
            <a:off x="11085197"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2" name="Google Shape;172;p18"/>
          <p:cNvSpPr txBox="1"/>
          <p:nvPr/>
        </p:nvSpPr>
        <p:spPr>
          <a:xfrm>
            <a:off x="11085197"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FY13</a:t>
            </a:r>
            <a:endParaRPr/>
          </a:p>
        </p:txBody>
      </p:sp>
      <p:sp>
        <p:nvSpPr>
          <p:cNvPr id="173" name="Google Shape;173;p18"/>
          <p:cNvSpPr txBox="1"/>
          <p:nvPr/>
        </p:nvSpPr>
        <p:spPr>
          <a:xfrm>
            <a:off x="10106128"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FY12</a:t>
            </a:r>
            <a:endParaRPr/>
          </a:p>
        </p:txBody>
      </p:sp>
      <p:sp>
        <p:nvSpPr>
          <p:cNvPr id="174" name="Google Shape;174;p18"/>
          <p:cNvSpPr txBox="1"/>
          <p:nvPr/>
        </p:nvSpPr>
        <p:spPr>
          <a:xfrm>
            <a:off x="913060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FY11</a:t>
            </a:r>
            <a:endParaRPr/>
          </a:p>
        </p:txBody>
      </p:sp>
      <p:sp>
        <p:nvSpPr>
          <p:cNvPr id="175" name="Google Shape;175;p18"/>
          <p:cNvSpPr txBox="1"/>
          <p:nvPr/>
        </p:nvSpPr>
        <p:spPr>
          <a:xfrm>
            <a:off x="815524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176" name="Google Shape;176;p18"/>
          <p:cNvSpPr txBox="1"/>
          <p:nvPr>
            <p:ph idx="13" type="body"/>
          </p:nvPr>
        </p:nvSpPr>
        <p:spPr>
          <a:xfrm>
            <a:off x="815524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7" name="Google Shape;177;p18"/>
          <p:cNvSpPr txBox="1"/>
          <p:nvPr>
            <p:ph idx="14" type="body"/>
          </p:nvPr>
        </p:nvSpPr>
        <p:spPr>
          <a:xfrm>
            <a:off x="815524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8" name="Google Shape;178;p18"/>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18"/>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0" name="Google Shape;180;p18"/>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181" name="Google Shape;181;p18"/>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182" name="Google Shape;182;p18"/>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sp>
        <p:nvSpPr>
          <p:cNvPr id="183" name="Google Shape;183;p18"/>
          <p:cNvSpPr txBox="1"/>
          <p:nvPr>
            <p:ph type="ctrTitle"/>
          </p:nvPr>
        </p:nvSpPr>
        <p:spPr>
          <a:xfrm>
            <a:off x="2159000" y="195124"/>
            <a:ext cx="8563429" cy="52523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4" name="Google Shape;184;p18"/>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cxnSp>
        <p:nvCxnSpPr>
          <p:cNvPr id="185" name="Google Shape;185;p18"/>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186" name="Google Shape;186;p18"/>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187" name="Google Shape;187;p18"/>
          <p:cNvSpPr txBox="1"/>
          <p:nvPr>
            <p:ph idx="15"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8" name="Google Shape;188;p18"/>
          <p:cNvSpPr txBox="1"/>
          <p:nvPr>
            <p:ph idx="16"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9" name="Google Shape;189;p18"/>
          <p:cNvSpPr txBox="1"/>
          <p:nvPr>
            <p:ph idx="17"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0" name="Google Shape;190;p18"/>
          <p:cNvSpPr txBox="1"/>
          <p:nvPr>
            <p:ph idx="18" type="body"/>
          </p:nvPr>
        </p:nvSpPr>
        <p:spPr>
          <a:xfrm>
            <a:off x="6245881" y="4332530"/>
            <a:ext cx="3259363" cy="2220671"/>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8"/>
              </a:spcBef>
              <a:spcAft>
                <a:spcPts val="0"/>
              </a:spcAft>
              <a:buClr>
                <a:schemeClr val="dk1"/>
              </a:buClr>
              <a:buSzPts val="1000"/>
              <a:buNone/>
              <a:defRPr sz="1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1" name="Google Shape;191;p18"/>
          <p:cNvSpPr txBox="1"/>
          <p:nvPr>
            <p:ph idx="19" type="body"/>
          </p:nvPr>
        </p:nvSpPr>
        <p:spPr>
          <a:xfrm>
            <a:off x="9505245" y="4332529"/>
            <a:ext cx="2617183" cy="222068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8"/>
              </a:spcBef>
              <a:spcAft>
                <a:spcPts val="0"/>
              </a:spcAft>
              <a:buClr>
                <a:schemeClr val="dk1"/>
              </a:buClr>
              <a:buSzPts val="1000"/>
              <a:buNone/>
              <a:defRPr sz="1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2" name="Google Shape;192;p18"/>
          <p:cNvSpPr/>
          <p:nvPr/>
        </p:nvSpPr>
        <p:spPr>
          <a:xfrm>
            <a:off x="6245883" y="4103929"/>
            <a:ext cx="5876544" cy="2286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chemeClr val="lt1"/>
                </a:solidFill>
                <a:latin typeface="Tahoma"/>
                <a:ea typeface="Tahoma"/>
                <a:cs typeface="Tahoma"/>
                <a:sym typeface="Tahoma"/>
              </a:rPr>
              <a:t>PERFORMER:	</a:t>
            </a:r>
            <a:endParaRPr/>
          </a:p>
        </p:txBody>
      </p:sp>
      <p:sp>
        <p:nvSpPr>
          <p:cNvPr id="193" name="Google Shape;193;p18"/>
          <p:cNvSpPr txBox="1"/>
          <p:nvPr/>
        </p:nvSpPr>
        <p:spPr>
          <a:xfrm>
            <a:off x="8188123" y="3843864"/>
            <a:ext cx="215305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PERFORMERS</a:t>
            </a:r>
            <a:endParaRPr/>
          </a:p>
        </p:txBody>
      </p:sp>
      <p:sp>
        <p:nvSpPr>
          <p:cNvPr id="194" name="Google Shape;194;p18"/>
          <p:cNvSpPr/>
          <p:nvPr/>
        </p:nvSpPr>
        <p:spPr>
          <a:xfrm>
            <a:off x="9505245" y="4095463"/>
            <a:ext cx="838691"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Tahoma"/>
              <a:buNone/>
            </a:pPr>
            <a:r>
              <a:rPr b="0" i="0" lang="en-US" sz="1000" u="none" cap="none" strike="noStrike">
                <a:solidFill>
                  <a:srgbClr val="FFFFFF"/>
                </a:solidFill>
                <a:latin typeface="Tahoma"/>
                <a:ea typeface="Tahoma"/>
                <a:cs typeface="Tahoma"/>
                <a:sym typeface="Tahoma"/>
              </a:rPr>
              <a:t>LOCATION:</a:t>
            </a:r>
            <a:endParaRPr/>
          </a:p>
        </p:txBody>
      </p:sp>
      <p:cxnSp>
        <p:nvCxnSpPr>
          <p:cNvPr id="195" name="Google Shape;195;p18"/>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cept_Program_Status_and_Performers">
  <p:cSld name="4_Concept_Program_Status_and_Performers">
    <p:spTree>
      <p:nvGrpSpPr>
        <p:cNvPr id="196" name="Shape 196"/>
        <p:cNvGrpSpPr/>
        <p:nvPr/>
      </p:nvGrpSpPr>
      <p:grpSpPr>
        <a:xfrm>
          <a:off x="0" y="0"/>
          <a:ext cx="0" cy="0"/>
          <a:chOff x="0" y="0"/>
          <a:chExt cx="0" cy="0"/>
        </a:xfrm>
      </p:grpSpPr>
      <p:sp>
        <p:nvSpPr>
          <p:cNvPr id="197" name="Google Shape;197;p19"/>
          <p:cNvSpPr txBox="1"/>
          <p:nvPr/>
        </p:nvSpPr>
        <p:spPr>
          <a:xfrm>
            <a:off x="1" y="1124894"/>
            <a:ext cx="831849"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PE:</a:t>
            </a:r>
            <a:endParaRPr/>
          </a:p>
        </p:txBody>
      </p:sp>
      <p:sp>
        <p:nvSpPr>
          <p:cNvPr id="198" name="Google Shape;198;p19"/>
          <p:cNvSpPr txBox="1"/>
          <p:nvPr/>
        </p:nvSpPr>
        <p:spPr>
          <a:xfrm>
            <a:off x="2953687" y="1124894"/>
            <a:ext cx="105674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199" name="Google Shape;199;p19"/>
          <p:cNvSpPr txBox="1"/>
          <p:nvPr/>
        </p:nvSpPr>
        <p:spPr>
          <a:xfrm>
            <a:off x="5901886" y="1124894"/>
            <a:ext cx="1606551"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RDDS</a:t>
            </a:r>
            <a:r>
              <a:rPr lang="en-US" sz="900">
                <a:solidFill>
                  <a:schemeClr val="dk1"/>
                </a:solidFill>
                <a:latin typeface="Tahoma"/>
                <a:ea typeface="Tahoma"/>
                <a:cs typeface="Tahoma"/>
                <a:sym typeface="Tahoma"/>
              </a:rPr>
              <a:t> PG #</a:t>
            </a:r>
            <a:r>
              <a:rPr lang="en-US" sz="900">
                <a:solidFill>
                  <a:schemeClr val="dk1"/>
                </a:solidFill>
                <a:latin typeface="Tahoma"/>
                <a:ea typeface="Tahoma"/>
                <a:cs typeface="Tahoma"/>
                <a:sym typeface="Tahoma"/>
              </a:rPr>
              <a:t>:</a:t>
            </a:r>
            <a:endParaRPr/>
          </a:p>
        </p:txBody>
      </p:sp>
      <p:sp>
        <p:nvSpPr>
          <p:cNvPr id="200" name="Google Shape;200;p19"/>
          <p:cNvSpPr txBox="1"/>
          <p:nvPr>
            <p:ph idx="1" type="body"/>
          </p:nvPr>
        </p:nvSpPr>
        <p:spPr>
          <a:xfrm>
            <a:off x="351363" y="1124894"/>
            <a:ext cx="2764371"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1" name="Google Shape;201;p19"/>
          <p:cNvSpPr txBox="1"/>
          <p:nvPr>
            <p:ph idx="2" type="body"/>
          </p:nvPr>
        </p:nvSpPr>
        <p:spPr>
          <a:xfrm>
            <a:off x="3755234" y="1124894"/>
            <a:ext cx="2510084"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2" name="Google Shape;202;p19"/>
          <p:cNvSpPr txBox="1"/>
          <p:nvPr>
            <p:ph idx="3" type="body"/>
          </p:nvPr>
        </p:nvSpPr>
        <p:spPr>
          <a:xfrm>
            <a:off x="6843090" y="1124894"/>
            <a:ext cx="1387124" cy="230832"/>
          </a:xfrm>
          <a:prstGeom prst="rect">
            <a:avLst/>
          </a:prstGeom>
          <a:noFill/>
          <a:ln>
            <a:noFill/>
          </a:ln>
        </p:spPr>
        <p:txBody>
          <a:bodyPr anchorCtr="0" anchor="t" bIns="45700" lIns="45700" spcFirstLastPara="1" rIns="91425" wrap="square" tIns="45700">
            <a:spAutoFit/>
          </a:bodyPr>
          <a:lstStyle>
            <a:lvl1pPr indent="-228600" lvl="0" marL="457200" marR="0" algn="l">
              <a:lnSpc>
                <a:spcPct val="100000"/>
              </a:lnSpc>
              <a:spcBef>
                <a:spcPts val="180"/>
              </a:spcBef>
              <a:spcAft>
                <a:spcPts val="0"/>
              </a:spcAft>
              <a:buClr>
                <a:schemeClr val="dk1"/>
              </a:buClr>
              <a:buSzPts val="900"/>
              <a:buFont typeface="Arial"/>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3" name="Google Shape;203;p19"/>
          <p:cNvSpPr txBox="1"/>
          <p:nvPr>
            <p:ph idx="4" type="body"/>
          </p:nvPr>
        </p:nvSpPr>
        <p:spPr>
          <a:xfrm>
            <a:off x="91310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4" name="Google Shape;204;p19"/>
          <p:cNvSpPr txBox="1"/>
          <p:nvPr>
            <p:ph idx="5" type="body"/>
          </p:nvPr>
        </p:nvSpPr>
        <p:spPr>
          <a:xfrm>
            <a:off x="10106128"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5" name="Google Shape;205;p19"/>
          <p:cNvSpPr txBox="1"/>
          <p:nvPr>
            <p:ph idx="6" type="body"/>
          </p:nvPr>
        </p:nvSpPr>
        <p:spPr>
          <a:xfrm>
            <a:off x="110851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6" name="Google Shape;206;p19"/>
          <p:cNvSpPr txBox="1"/>
          <p:nvPr>
            <p:ph idx="7" type="body"/>
          </p:nvPr>
        </p:nvSpPr>
        <p:spPr>
          <a:xfrm>
            <a:off x="91310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7" name="Google Shape;207;p19"/>
          <p:cNvSpPr txBox="1"/>
          <p:nvPr>
            <p:ph idx="8" type="body"/>
          </p:nvPr>
        </p:nvSpPr>
        <p:spPr>
          <a:xfrm>
            <a:off x="10106128"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8" name="Google Shape;208;p19"/>
          <p:cNvSpPr txBox="1"/>
          <p:nvPr>
            <p:ph idx="9" type="body"/>
          </p:nvPr>
        </p:nvSpPr>
        <p:spPr>
          <a:xfrm>
            <a:off x="110851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9" name="Google Shape;209;p19"/>
          <p:cNvSpPr txBox="1"/>
          <p:nvPr/>
        </p:nvSpPr>
        <p:spPr>
          <a:xfrm>
            <a:off x="110851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FY13</a:t>
            </a:r>
            <a:endParaRPr/>
          </a:p>
        </p:txBody>
      </p:sp>
      <p:sp>
        <p:nvSpPr>
          <p:cNvPr id="210" name="Google Shape;210;p19"/>
          <p:cNvSpPr txBox="1"/>
          <p:nvPr/>
        </p:nvSpPr>
        <p:spPr>
          <a:xfrm>
            <a:off x="10106128"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FY12</a:t>
            </a:r>
            <a:endParaRPr/>
          </a:p>
        </p:txBody>
      </p:sp>
      <p:sp>
        <p:nvSpPr>
          <p:cNvPr id="211" name="Google Shape;211;p19"/>
          <p:cNvSpPr txBox="1"/>
          <p:nvPr/>
        </p:nvSpPr>
        <p:spPr>
          <a:xfrm>
            <a:off x="91310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FY11</a:t>
            </a:r>
            <a:endParaRPr/>
          </a:p>
        </p:txBody>
      </p:sp>
      <p:sp>
        <p:nvSpPr>
          <p:cNvPr id="212" name="Google Shape;212;p19"/>
          <p:cNvSpPr txBox="1"/>
          <p:nvPr/>
        </p:nvSpPr>
        <p:spPr>
          <a:xfrm>
            <a:off x="8152193"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PROJECT</a:t>
            </a:r>
            <a:endParaRPr/>
          </a:p>
        </p:txBody>
      </p:sp>
      <p:sp>
        <p:nvSpPr>
          <p:cNvPr id="213" name="Google Shape;213;p19"/>
          <p:cNvSpPr txBox="1"/>
          <p:nvPr>
            <p:ph idx="13" type="body"/>
          </p:nvPr>
        </p:nvSpPr>
        <p:spPr>
          <a:xfrm>
            <a:off x="8152193"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4" name="Google Shape;214;p19"/>
          <p:cNvSpPr txBox="1"/>
          <p:nvPr>
            <p:ph idx="14" type="body"/>
          </p:nvPr>
        </p:nvSpPr>
        <p:spPr>
          <a:xfrm>
            <a:off x="8152193"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5" name="Google Shape;215;p19"/>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19"/>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7" name="Google Shape;217;p19"/>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218" name="Google Shape;218;p19"/>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219" name="Google Shape;219;p19"/>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sp>
        <p:nvSpPr>
          <p:cNvPr id="220" name="Google Shape;220;p19"/>
          <p:cNvSpPr txBox="1"/>
          <p:nvPr>
            <p:ph type="ctrTitle"/>
          </p:nvPr>
        </p:nvSpPr>
        <p:spPr>
          <a:xfrm>
            <a:off x="2159000" y="195124"/>
            <a:ext cx="8563429" cy="52523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1" name="Google Shape;221;p19"/>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cxnSp>
        <p:nvCxnSpPr>
          <p:cNvPr id="222" name="Google Shape;222;p19"/>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223" name="Google Shape;223;p19"/>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224" name="Google Shape;224;p19"/>
          <p:cNvSpPr txBox="1"/>
          <p:nvPr>
            <p:ph idx="15"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5" name="Google Shape;225;p19"/>
          <p:cNvSpPr txBox="1"/>
          <p:nvPr>
            <p:ph idx="16"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6" name="Google Shape;226;p19"/>
          <p:cNvSpPr txBox="1"/>
          <p:nvPr>
            <p:ph idx="17"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7" name="Google Shape;227;p19"/>
          <p:cNvSpPr txBox="1"/>
          <p:nvPr>
            <p:ph idx="18" type="body"/>
          </p:nvPr>
        </p:nvSpPr>
        <p:spPr>
          <a:xfrm>
            <a:off x="6245881" y="4332530"/>
            <a:ext cx="3259363" cy="2220671"/>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8"/>
              </a:spcBef>
              <a:spcAft>
                <a:spcPts val="0"/>
              </a:spcAft>
              <a:buClr>
                <a:schemeClr val="dk1"/>
              </a:buClr>
              <a:buSzPts val="1000"/>
              <a:buNone/>
              <a:defRPr sz="1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8" name="Google Shape;228;p19"/>
          <p:cNvSpPr txBox="1"/>
          <p:nvPr>
            <p:ph idx="19" type="body"/>
          </p:nvPr>
        </p:nvSpPr>
        <p:spPr>
          <a:xfrm>
            <a:off x="9505245" y="4332529"/>
            <a:ext cx="2617183" cy="222068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8"/>
              </a:spcBef>
              <a:spcAft>
                <a:spcPts val="0"/>
              </a:spcAft>
              <a:buClr>
                <a:schemeClr val="dk1"/>
              </a:buClr>
              <a:buSzPts val="1000"/>
              <a:buNone/>
              <a:defRPr sz="1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9" name="Google Shape;229;p19"/>
          <p:cNvSpPr/>
          <p:nvPr/>
        </p:nvSpPr>
        <p:spPr>
          <a:xfrm>
            <a:off x="6245883" y="4103929"/>
            <a:ext cx="5876544" cy="2286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chemeClr val="lt1"/>
                </a:solidFill>
                <a:latin typeface="Tahoma"/>
                <a:ea typeface="Tahoma"/>
                <a:cs typeface="Tahoma"/>
                <a:sym typeface="Tahoma"/>
              </a:rPr>
              <a:t>PERFORMER:	</a:t>
            </a:r>
            <a:endParaRPr/>
          </a:p>
        </p:txBody>
      </p:sp>
      <p:sp>
        <p:nvSpPr>
          <p:cNvPr id="230" name="Google Shape;230;p19"/>
          <p:cNvSpPr txBox="1"/>
          <p:nvPr/>
        </p:nvSpPr>
        <p:spPr>
          <a:xfrm>
            <a:off x="8188123" y="3843864"/>
            <a:ext cx="215305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PERFORMERS</a:t>
            </a:r>
            <a:endParaRPr/>
          </a:p>
        </p:txBody>
      </p:sp>
      <p:sp>
        <p:nvSpPr>
          <p:cNvPr id="231" name="Google Shape;231;p19"/>
          <p:cNvSpPr/>
          <p:nvPr/>
        </p:nvSpPr>
        <p:spPr>
          <a:xfrm>
            <a:off x="9505245" y="4095463"/>
            <a:ext cx="838691"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Tahoma"/>
              <a:buNone/>
            </a:pPr>
            <a:r>
              <a:rPr b="0" i="0" lang="en-US" sz="1000" u="none" cap="none" strike="noStrike">
                <a:solidFill>
                  <a:srgbClr val="FFFFFF"/>
                </a:solidFill>
                <a:latin typeface="Tahoma"/>
                <a:ea typeface="Tahoma"/>
                <a:cs typeface="Tahoma"/>
                <a:sym typeface="Tahoma"/>
              </a:rPr>
              <a:t>LOCATION:</a:t>
            </a:r>
            <a:endParaRPr/>
          </a:p>
        </p:txBody>
      </p:sp>
      <p:sp>
        <p:nvSpPr>
          <p:cNvPr id="232" name="Google Shape;232;p19"/>
          <p:cNvSpPr txBox="1"/>
          <p:nvPr>
            <p:ph idx="20" type="body"/>
          </p:nvPr>
        </p:nvSpPr>
        <p:spPr>
          <a:xfrm>
            <a:off x="9131097"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3" name="Google Shape;233;p19"/>
          <p:cNvSpPr txBox="1"/>
          <p:nvPr>
            <p:ph idx="21" type="body"/>
          </p:nvPr>
        </p:nvSpPr>
        <p:spPr>
          <a:xfrm>
            <a:off x="10106620"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4" name="Google Shape;234;p19"/>
          <p:cNvSpPr txBox="1"/>
          <p:nvPr>
            <p:ph idx="22" type="body"/>
          </p:nvPr>
        </p:nvSpPr>
        <p:spPr>
          <a:xfrm>
            <a:off x="11085689"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5" name="Google Shape;235;p19"/>
          <p:cNvSpPr txBox="1"/>
          <p:nvPr>
            <p:ph idx="23" type="body"/>
          </p:nvPr>
        </p:nvSpPr>
        <p:spPr>
          <a:xfrm>
            <a:off x="8152193"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236" name="Google Shape;236;p19"/>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Concept_1 PE">
  <p:cSld name="DIRO_Update_Concept_1 PE">
    <p:spTree>
      <p:nvGrpSpPr>
        <p:cNvPr id="237" name="Shape 237"/>
        <p:cNvGrpSpPr/>
        <p:nvPr/>
      </p:nvGrpSpPr>
      <p:grpSpPr>
        <a:xfrm>
          <a:off x="0" y="0"/>
          <a:ext cx="0" cy="0"/>
          <a:chOff x="0" y="0"/>
          <a:chExt cx="0" cy="0"/>
        </a:xfrm>
      </p:grpSpPr>
      <p:sp>
        <p:nvSpPr>
          <p:cNvPr id="238" name="Google Shape;238;p20"/>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20"/>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0" name="Google Shape;240;p20"/>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241" name="Google Shape;241;p20"/>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20"/>
          <p:cNvSpPr txBox="1"/>
          <p:nvPr>
            <p:ph idx="1"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3" name="Google Shape;243;p20"/>
          <p:cNvSpPr/>
          <p:nvPr/>
        </p:nvSpPr>
        <p:spPr>
          <a:xfrm>
            <a:off x="10722429" y="76202"/>
            <a:ext cx="1266372" cy="519793"/>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244" name="Google Shape;244;p20"/>
          <p:cNvSpPr txBox="1"/>
          <p:nvPr/>
        </p:nvSpPr>
        <p:spPr>
          <a:xfrm>
            <a:off x="10722430" y="197126"/>
            <a:ext cx="1266373"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100">
                <a:solidFill>
                  <a:schemeClr val="dk1"/>
                </a:solidFill>
                <a:latin typeface="Tahoma"/>
                <a:ea typeface="Tahoma"/>
                <a:cs typeface="Tahoma"/>
                <a:sym typeface="Tahoma"/>
              </a:rPr>
              <a:t>Concept</a:t>
            </a:r>
            <a:endParaRPr/>
          </a:p>
        </p:txBody>
      </p:sp>
      <p:pic>
        <p:nvPicPr>
          <p:cNvPr id="245" name="Google Shape;245;p20"/>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246" name="Google Shape;246;p20"/>
          <p:cNvSpPr txBox="1"/>
          <p:nvPr/>
        </p:nvSpPr>
        <p:spPr>
          <a:xfrm>
            <a:off x="38105" y="110094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247" name="Google Shape;247;p20"/>
          <p:cNvSpPr txBox="1"/>
          <p:nvPr/>
        </p:nvSpPr>
        <p:spPr>
          <a:xfrm>
            <a:off x="1392061"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248" name="Google Shape;248;p20"/>
          <p:cNvSpPr txBox="1"/>
          <p:nvPr/>
        </p:nvSpPr>
        <p:spPr>
          <a:xfrm>
            <a:off x="3009902"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249" name="Google Shape;249;p20"/>
          <p:cNvSpPr txBox="1"/>
          <p:nvPr>
            <p:ph idx="2" type="body"/>
          </p:nvPr>
        </p:nvSpPr>
        <p:spPr>
          <a:xfrm>
            <a:off x="373943" y="1100945"/>
            <a:ext cx="992009" cy="246888"/>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0" name="Google Shape;250;p20"/>
          <p:cNvSpPr txBox="1"/>
          <p:nvPr>
            <p:ph idx="3" type="body"/>
          </p:nvPr>
        </p:nvSpPr>
        <p:spPr>
          <a:xfrm>
            <a:off x="2238766" y="1100946"/>
            <a:ext cx="6695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1" name="Google Shape;251;p20"/>
          <p:cNvSpPr txBox="1"/>
          <p:nvPr>
            <p:ph idx="4" type="body"/>
          </p:nvPr>
        </p:nvSpPr>
        <p:spPr>
          <a:xfrm>
            <a:off x="4030131" y="110094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2" name="Google Shape;252;p20"/>
          <p:cNvSpPr txBox="1"/>
          <p:nvPr>
            <p:ph idx="5" type="body"/>
          </p:nvPr>
        </p:nvSpPr>
        <p:spPr>
          <a:xfrm>
            <a:off x="9119973"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3" name="Google Shape;253;p20"/>
          <p:cNvSpPr txBox="1"/>
          <p:nvPr>
            <p:ph idx="6" type="body"/>
          </p:nvPr>
        </p:nvSpPr>
        <p:spPr>
          <a:xfrm>
            <a:off x="10096341"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4" name="Google Shape;254;p20"/>
          <p:cNvSpPr txBox="1"/>
          <p:nvPr>
            <p:ph idx="7" type="body"/>
          </p:nvPr>
        </p:nvSpPr>
        <p:spPr>
          <a:xfrm>
            <a:off x="11079800"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5" name="Google Shape;255;p20"/>
          <p:cNvSpPr txBox="1"/>
          <p:nvPr/>
        </p:nvSpPr>
        <p:spPr>
          <a:xfrm>
            <a:off x="11079800"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FY13</a:t>
            </a:r>
            <a:endParaRPr/>
          </a:p>
        </p:txBody>
      </p:sp>
      <p:sp>
        <p:nvSpPr>
          <p:cNvPr id="256" name="Google Shape;256;p20"/>
          <p:cNvSpPr txBox="1"/>
          <p:nvPr/>
        </p:nvSpPr>
        <p:spPr>
          <a:xfrm>
            <a:off x="10101659"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FY12</a:t>
            </a:r>
            <a:endParaRPr/>
          </a:p>
        </p:txBody>
      </p:sp>
      <p:sp>
        <p:nvSpPr>
          <p:cNvPr id="257" name="Google Shape;257;p20"/>
          <p:cNvSpPr txBox="1"/>
          <p:nvPr/>
        </p:nvSpPr>
        <p:spPr>
          <a:xfrm>
            <a:off x="9123517"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FY11</a:t>
            </a:r>
            <a:endParaRPr/>
          </a:p>
        </p:txBody>
      </p:sp>
      <p:sp>
        <p:nvSpPr>
          <p:cNvPr id="258" name="Google Shape;258;p20"/>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259" name="Google Shape;259;p20"/>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260" name="Google Shape;260;p20"/>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261" name="Google Shape;261;p20"/>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262" name="Google Shape;262;p20"/>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263" name="Google Shape;263;p20"/>
          <p:cNvSpPr txBox="1"/>
          <p:nvPr>
            <p:ph idx="8"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4" name="Google Shape;264;p20"/>
          <p:cNvSpPr txBox="1"/>
          <p:nvPr>
            <p:ph idx="9"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5" name="Google Shape;265;p20"/>
          <p:cNvSpPr txBox="1"/>
          <p:nvPr>
            <p:ph idx="1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6" name="Google Shape;266;p20"/>
          <p:cNvSpPr txBox="1"/>
          <p:nvPr>
            <p:ph idx="1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267" name="Google Shape;267;p20"/>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Prototype_1 PE">
  <p:cSld name="DIRO_Update_Prototype_1 PE">
    <p:spTree>
      <p:nvGrpSpPr>
        <p:cNvPr id="268" name="Shape 268"/>
        <p:cNvGrpSpPr/>
        <p:nvPr/>
      </p:nvGrpSpPr>
      <p:grpSpPr>
        <a:xfrm>
          <a:off x="0" y="0"/>
          <a:ext cx="0" cy="0"/>
          <a:chOff x="0" y="0"/>
          <a:chExt cx="0" cy="0"/>
        </a:xfrm>
      </p:grpSpPr>
      <p:sp>
        <p:nvSpPr>
          <p:cNvPr id="269" name="Google Shape;269;p21"/>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21"/>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1" name="Google Shape;271;p21"/>
          <p:cNvSpPr/>
          <p:nvPr/>
        </p:nvSpPr>
        <p:spPr>
          <a:xfrm>
            <a:off x="10722429" y="76202"/>
            <a:ext cx="1266372" cy="519793"/>
          </a:xfrm>
          <a:prstGeom prst="rect">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272" name="Google Shape;272;p21"/>
          <p:cNvSpPr txBox="1"/>
          <p:nvPr/>
        </p:nvSpPr>
        <p:spPr>
          <a:xfrm>
            <a:off x="10722430" y="197128"/>
            <a:ext cx="1266373"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100">
                <a:solidFill>
                  <a:schemeClr val="dk1"/>
                </a:solidFill>
                <a:latin typeface="Tahoma"/>
                <a:ea typeface="Tahoma"/>
                <a:cs typeface="Tahoma"/>
                <a:sym typeface="Tahoma"/>
              </a:rPr>
              <a:t>Prototype</a:t>
            </a:r>
            <a:endParaRPr/>
          </a:p>
        </p:txBody>
      </p:sp>
      <p:pic>
        <p:nvPicPr>
          <p:cNvPr id="273" name="Google Shape;273;p21"/>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274" name="Google Shape;274;p21"/>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275" name="Google Shape;275;p21"/>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276" name="Google Shape;276;p21"/>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277" name="Google Shape;277;p21"/>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278" name="Google Shape;278;p21"/>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279" name="Google Shape;279;p21"/>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280" name="Google Shape;280;p21"/>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1" name="Google Shape;281;p21"/>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2" name="Google Shape;282;p21"/>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3" name="Google Shape;283;p21"/>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4" name="Google Shape;284;p21"/>
          <p:cNvSpPr txBox="1"/>
          <p:nvPr/>
        </p:nvSpPr>
        <p:spPr>
          <a:xfrm>
            <a:off x="38105" y="110094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285" name="Google Shape;285;p21"/>
          <p:cNvSpPr txBox="1"/>
          <p:nvPr/>
        </p:nvSpPr>
        <p:spPr>
          <a:xfrm>
            <a:off x="1392061"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286" name="Google Shape;286;p21"/>
          <p:cNvSpPr txBox="1"/>
          <p:nvPr/>
        </p:nvSpPr>
        <p:spPr>
          <a:xfrm>
            <a:off x="3009902"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287" name="Google Shape;287;p21"/>
          <p:cNvSpPr txBox="1"/>
          <p:nvPr>
            <p:ph idx="5" type="body"/>
          </p:nvPr>
        </p:nvSpPr>
        <p:spPr>
          <a:xfrm>
            <a:off x="373943" y="1100945"/>
            <a:ext cx="992009" cy="246888"/>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8" name="Google Shape;288;p21"/>
          <p:cNvSpPr txBox="1"/>
          <p:nvPr>
            <p:ph idx="6" type="body"/>
          </p:nvPr>
        </p:nvSpPr>
        <p:spPr>
          <a:xfrm>
            <a:off x="2238766" y="1100946"/>
            <a:ext cx="6695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9" name="Google Shape;289;p21"/>
          <p:cNvSpPr txBox="1"/>
          <p:nvPr>
            <p:ph idx="7" type="body"/>
          </p:nvPr>
        </p:nvSpPr>
        <p:spPr>
          <a:xfrm>
            <a:off x="4030131" y="110094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0" name="Google Shape;290;p21"/>
          <p:cNvSpPr txBox="1"/>
          <p:nvPr>
            <p:ph idx="8" type="body"/>
          </p:nvPr>
        </p:nvSpPr>
        <p:spPr>
          <a:xfrm>
            <a:off x="9119973"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1" name="Google Shape;291;p21"/>
          <p:cNvSpPr txBox="1"/>
          <p:nvPr>
            <p:ph idx="9" type="body"/>
          </p:nvPr>
        </p:nvSpPr>
        <p:spPr>
          <a:xfrm>
            <a:off x="10096341"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2" name="Google Shape;292;p21"/>
          <p:cNvSpPr txBox="1"/>
          <p:nvPr>
            <p:ph idx="13" type="body"/>
          </p:nvPr>
        </p:nvSpPr>
        <p:spPr>
          <a:xfrm>
            <a:off x="11079800"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3" name="Google Shape;293;p21"/>
          <p:cNvSpPr txBox="1"/>
          <p:nvPr/>
        </p:nvSpPr>
        <p:spPr>
          <a:xfrm>
            <a:off x="11079800"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FY13</a:t>
            </a:r>
            <a:endParaRPr/>
          </a:p>
        </p:txBody>
      </p:sp>
      <p:sp>
        <p:nvSpPr>
          <p:cNvPr id="294" name="Google Shape;294;p21"/>
          <p:cNvSpPr txBox="1"/>
          <p:nvPr/>
        </p:nvSpPr>
        <p:spPr>
          <a:xfrm>
            <a:off x="10101659"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FY12</a:t>
            </a:r>
            <a:endParaRPr/>
          </a:p>
        </p:txBody>
      </p:sp>
      <p:sp>
        <p:nvSpPr>
          <p:cNvPr id="295" name="Google Shape;295;p21"/>
          <p:cNvSpPr txBox="1"/>
          <p:nvPr/>
        </p:nvSpPr>
        <p:spPr>
          <a:xfrm>
            <a:off x="9123517"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FY11</a:t>
            </a:r>
            <a:endParaRPr/>
          </a:p>
        </p:txBody>
      </p:sp>
      <p:cxnSp>
        <p:nvCxnSpPr>
          <p:cNvPr id="296" name="Google Shape;296;p21"/>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297" name="Google Shape;297;p21"/>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1"/>
          <p:cNvSpPr txBox="1"/>
          <p:nvPr>
            <p:ph idx="14"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Field Demonstration_1 PE">
  <p:cSld name="DIRO_Update_Field Demonstration_1 PE">
    <p:spTree>
      <p:nvGrpSpPr>
        <p:cNvPr id="299" name="Shape 299"/>
        <p:cNvGrpSpPr/>
        <p:nvPr/>
      </p:nvGrpSpPr>
      <p:grpSpPr>
        <a:xfrm>
          <a:off x="0" y="0"/>
          <a:ext cx="0" cy="0"/>
          <a:chOff x="0" y="0"/>
          <a:chExt cx="0" cy="0"/>
        </a:xfrm>
      </p:grpSpPr>
      <p:sp>
        <p:nvSpPr>
          <p:cNvPr id="300" name="Google Shape;300;p22"/>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1" name="Google Shape;301;p22"/>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02" name="Google Shape;302;p22"/>
          <p:cNvSpPr/>
          <p:nvPr/>
        </p:nvSpPr>
        <p:spPr>
          <a:xfrm>
            <a:off x="10722429" y="76202"/>
            <a:ext cx="1266372" cy="519793"/>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03" name="Google Shape;303;p22"/>
          <p:cNvSpPr txBox="1"/>
          <p:nvPr/>
        </p:nvSpPr>
        <p:spPr>
          <a:xfrm>
            <a:off x="10624462" y="123651"/>
            <a:ext cx="1469573"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050">
                <a:solidFill>
                  <a:schemeClr val="dk1"/>
                </a:solidFill>
                <a:latin typeface="Tahoma"/>
                <a:ea typeface="Tahoma"/>
                <a:cs typeface="Tahoma"/>
                <a:sym typeface="Tahoma"/>
              </a:rPr>
              <a:t>Field</a:t>
            </a:r>
            <a:endParaRPr/>
          </a:p>
          <a:p>
            <a:pPr indent="0" lvl="0" marL="0" marR="0" rtl="0" algn="ctr">
              <a:spcBef>
                <a:spcPts val="0"/>
              </a:spcBef>
              <a:spcAft>
                <a:spcPts val="0"/>
              </a:spcAft>
              <a:buNone/>
            </a:pPr>
            <a:r>
              <a:rPr b="0" lang="en-US" sz="1050">
                <a:solidFill>
                  <a:schemeClr val="dk1"/>
                </a:solidFill>
                <a:latin typeface="Tahoma"/>
                <a:ea typeface="Tahoma"/>
                <a:cs typeface="Tahoma"/>
                <a:sym typeface="Tahoma"/>
              </a:rPr>
              <a:t>Demonstration</a:t>
            </a:r>
            <a:endParaRPr/>
          </a:p>
        </p:txBody>
      </p:sp>
      <p:pic>
        <p:nvPicPr>
          <p:cNvPr id="304" name="Google Shape;304;p22"/>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305" name="Google Shape;305;p22"/>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306" name="Google Shape;306;p22"/>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307" name="Google Shape;307;p22"/>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308" name="Google Shape;308;p22"/>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309" name="Google Shape;309;p22"/>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310" name="Google Shape;310;p22"/>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311" name="Google Shape;311;p22"/>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2" name="Google Shape;312;p22"/>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3" name="Google Shape;313;p22"/>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4" name="Google Shape;314;p22"/>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5" name="Google Shape;315;p22"/>
          <p:cNvSpPr txBox="1"/>
          <p:nvPr/>
        </p:nvSpPr>
        <p:spPr>
          <a:xfrm>
            <a:off x="38105" y="110094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316" name="Google Shape;316;p22"/>
          <p:cNvSpPr txBox="1"/>
          <p:nvPr/>
        </p:nvSpPr>
        <p:spPr>
          <a:xfrm>
            <a:off x="1392061"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317" name="Google Shape;317;p22"/>
          <p:cNvSpPr txBox="1"/>
          <p:nvPr/>
        </p:nvSpPr>
        <p:spPr>
          <a:xfrm>
            <a:off x="3009902" y="110094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318" name="Google Shape;318;p22"/>
          <p:cNvSpPr txBox="1"/>
          <p:nvPr>
            <p:ph idx="5" type="body"/>
          </p:nvPr>
        </p:nvSpPr>
        <p:spPr>
          <a:xfrm>
            <a:off x="373943" y="1100945"/>
            <a:ext cx="992009" cy="246888"/>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9" name="Google Shape;319;p22"/>
          <p:cNvSpPr txBox="1"/>
          <p:nvPr>
            <p:ph idx="6" type="body"/>
          </p:nvPr>
        </p:nvSpPr>
        <p:spPr>
          <a:xfrm>
            <a:off x="2238766" y="1100946"/>
            <a:ext cx="6695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0" name="Google Shape;320;p22"/>
          <p:cNvSpPr txBox="1"/>
          <p:nvPr>
            <p:ph idx="7" type="body"/>
          </p:nvPr>
        </p:nvSpPr>
        <p:spPr>
          <a:xfrm>
            <a:off x="4030131" y="110094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1" name="Google Shape;321;p22"/>
          <p:cNvSpPr txBox="1"/>
          <p:nvPr>
            <p:ph idx="8" type="body"/>
          </p:nvPr>
        </p:nvSpPr>
        <p:spPr>
          <a:xfrm>
            <a:off x="9119973"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2" name="Google Shape;322;p22"/>
          <p:cNvSpPr txBox="1"/>
          <p:nvPr>
            <p:ph idx="9" type="body"/>
          </p:nvPr>
        </p:nvSpPr>
        <p:spPr>
          <a:xfrm>
            <a:off x="10096341"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3" name="Google Shape;323;p22"/>
          <p:cNvSpPr txBox="1"/>
          <p:nvPr>
            <p:ph idx="13" type="body"/>
          </p:nvPr>
        </p:nvSpPr>
        <p:spPr>
          <a:xfrm>
            <a:off x="11079800" y="1100945"/>
            <a:ext cx="975360" cy="246888"/>
          </a:xfrm>
          <a:prstGeom prst="rect">
            <a:avLst/>
          </a:prstGeom>
          <a:noFill/>
          <a:ln>
            <a:noFill/>
          </a:ln>
        </p:spPr>
        <p:txBody>
          <a:bodyPr anchorCtr="0" anchor="t" bIns="45700" lIns="91425" spcFirstLastPara="1" rIns="91425" wrap="square" tIns="45700">
            <a:spAutoFit/>
          </a:bodyPr>
          <a:lstStyle>
            <a:lvl1pPr indent="-228600" lvl="0" marL="457200" algn="ctr">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4" name="Google Shape;324;p22"/>
          <p:cNvSpPr txBox="1"/>
          <p:nvPr/>
        </p:nvSpPr>
        <p:spPr>
          <a:xfrm>
            <a:off x="11079800"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FY13</a:t>
            </a:r>
            <a:endParaRPr/>
          </a:p>
        </p:txBody>
      </p:sp>
      <p:sp>
        <p:nvSpPr>
          <p:cNvPr id="325" name="Google Shape;325;p22"/>
          <p:cNvSpPr txBox="1"/>
          <p:nvPr/>
        </p:nvSpPr>
        <p:spPr>
          <a:xfrm>
            <a:off x="10101659"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FY12</a:t>
            </a:r>
            <a:endParaRPr/>
          </a:p>
        </p:txBody>
      </p:sp>
      <p:sp>
        <p:nvSpPr>
          <p:cNvPr id="326" name="Google Shape;326;p22"/>
          <p:cNvSpPr txBox="1"/>
          <p:nvPr/>
        </p:nvSpPr>
        <p:spPr>
          <a:xfrm>
            <a:off x="9123517" y="880703"/>
            <a:ext cx="97536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Tahoma"/>
                <a:ea typeface="Tahoma"/>
                <a:cs typeface="Tahoma"/>
                <a:sym typeface="Tahoma"/>
              </a:rPr>
              <a:t>FY11</a:t>
            </a:r>
            <a:endParaRPr/>
          </a:p>
        </p:txBody>
      </p:sp>
      <p:cxnSp>
        <p:nvCxnSpPr>
          <p:cNvPr id="327" name="Google Shape;327;p22"/>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328" name="Google Shape;328;p22"/>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9" name="Google Shape;329;p22"/>
          <p:cNvSpPr txBox="1"/>
          <p:nvPr>
            <p:ph idx="14"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Concept_2 PE">
  <p:cSld name="DIRO_Update_Concept_2 PE">
    <p:spTree>
      <p:nvGrpSpPr>
        <p:cNvPr id="330" name="Shape 330"/>
        <p:cNvGrpSpPr/>
        <p:nvPr/>
      </p:nvGrpSpPr>
      <p:grpSpPr>
        <a:xfrm>
          <a:off x="0" y="0"/>
          <a:ext cx="0" cy="0"/>
          <a:chOff x="0" y="0"/>
          <a:chExt cx="0" cy="0"/>
        </a:xfrm>
      </p:grpSpPr>
      <p:sp>
        <p:nvSpPr>
          <p:cNvPr id="331" name="Google Shape;331;p23"/>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2" name="Google Shape;332;p23"/>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3" name="Google Shape;333;p23"/>
          <p:cNvSpPr/>
          <p:nvPr/>
        </p:nvSpPr>
        <p:spPr>
          <a:xfrm>
            <a:off x="10722429" y="76202"/>
            <a:ext cx="1266372" cy="519793"/>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34" name="Google Shape;334;p23"/>
          <p:cNvSpPr txBox="1"/>
          <p:nvPr/>
        </p:nvSpPr>
        <p:spPr>
          <a:xfrm>
            <a:off x="10722430" y="197126"/>
            <a:ext cx="1266373"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100">
                <a:solidFill>
                  <a:schemeClr val="dk1"/>
                </a:solidFill>
                <a:latin typeface="Tahoma"/>
                <a:ea typeface="Tahoma"/>
                <a:cs typeface="Tahoma"/>
                <a:sym typeface="Tahoma"/>
              </a:rPr>
              <a:t>Concept</a:t>
            </a:r>
            <a:endParaRPr/>
          </a:p>
        </p:txBody>
      </p:sp>
      <p:pic>
        <p:nvPicPr>
          <p:cNvPr id="335" name="Google Shape;335;p23"/>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336" name="Google Shape;336;p23"/>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337" name="Google Shape;337;p23"/>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338" name="Google Shape;338;p23"/>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339" name="Google Shape;339;p23"/>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340" name="Google Shape;340;p23"/>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341" name="Google Shape;341;p23"/>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342" name="Google Shape;342;p23"/>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3" name="Google Shape;343;p23"/>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4" name="Google Shape;344;p23"/>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5" name="Google Shape;345;p23"/>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6" name="Google Shape;346;p23"/>
          <p:cNvSpPr txBox="1"/>
          <p:nvPr/>
        </p:nvSpPr>
        <p:spPr>
          <a:xfrm>
            <a:off x="38105" y="110950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347" name="Google Shape;347;p23"/>
          <p:cNvSpPr txBox="1"/>
          <p:nvPr/>
        </p:nvSpPr>
        <p:spPr>
          <a:xfrm>
            <a:off x="2376359" y="1109506"/>
            <a:ext cx="105674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348" name="Google Shape;348;p23"/>
          <p:cNvSpPr txBox="1"/>
          <p:nvPr/>
        </p:nvSpPr>
        <p:spPr>
          <a:xfrm>
            <a:off x="4819654" y="110950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349" name="Google Shape;349;p23"/>
          <p:cNvSpPr txBox="1"/>
          <p:nvPr>
            <p:ph idx="5" type="body"/>
          </p:nvPr>
        </p:nvSpPr>
        <p:spPr>
          <a:xfrm>
            <a:off x="373943" y="1109506"/>
            <a:ext cx="19854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0" name="Google Shape;350;p23"/>
          <p:cNvSpPr txBox="1"/>
          <p:nvPr>
            <p:ph idx="6" type="body"/>
          </p:nvPr>
        </p:nvSpPr>
        <p:spPr>
          <a:xfrm>
            <a:off x="3207573" y="1109506"/>
            <a:ext cx="1654309"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1" name="Google Shape;351;p23"/>
          <p:cNvSpPr txBox="1"/>
          <p:nvPr>
            <p:ph idx="7" type="body"/>
          </p:nvPr>
        </p:nvSpPr>
        <p:spPr>
          <a:xfrm>
            <a:off x="5851173" y="110950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2" name="Google Shape;352;p23"/>
          <p:cNvSpPr txBox="1"/>
          <p:nvPr>
            <p:ph idx="8" type="body"/>
          </p:nvPr>
        </p:nvSpPr>
        <p:spPr>
          <a:xfrm>
            <a:off x="913060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3" name="Google Shape;353;p23"/>
          <p:cNvSpPr txBox="1"/>
          <p:nvPr>
            <p:ph idx="9" type="body"/>
          </p:nvPr>
        </p:nvSpPr>
        <p:spPr>
          <a:xfrm>
            <a:off x="10106128"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4" name="Google Shape;354;p23"/>
          <p:cNvSpPr txBox="1"/>
          <p:nvPr>
            <p:ph idx="13" type="body"/>
          </p:nvPr>
        </p:nvSpPr>
        <p:spPr>
          <a:xfrm>
            <a:off x="11085197"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5" name="Google Shape;355;p23"/>
          <p:cNvSpPr txBox="1"/>
          <p:nvPr>
            <p:ph idx="14" type="body"/>
          </p:nvPr>
        </p:nvSpPr>
        <p:spPr>
          <a:xfrm>
            <a:off x="913060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6" name="Google Shape;356;p23"/>
          <p:cNvSpPr txBox="1"/>
          <p:nvPr>
            <p:ph idx="15" type="body"/>
          </p:nvPr>
        </p:nvSpPr>
        <p:spPr>
          <a:xfrm>
            <a:off x="10106128"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7" name="Google Shape;357;p23"/>
          <p:cNvSpPr txBox="1"/>
          <p:nvPr>
            <p:ph idx="16" type="body"/>
          </p:nvPr>
        </p:nvSpPr>
        <p:spPr>
          <a:xfrm>
            <a:off x="11085197"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58" name="Google Shape;358;p23"/>
          <p:cNvSpPr txBox="1"/>
          <p:nvPr/>
        </p:nvSpPr>
        <p:spPr>
          <a:xfrm>
            <a:off x="11085197"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FY13</a:t>
            </a:r>
            <a:endParaRPr/>
          </a:p>
        </p:txBody>
      </p:sp>
      <p:sp>
        <p:nvSpPr>
          <p:cNvPr id="359" name="Google Shape;359;p23"/>
          <p:cNvSpPr txBox="1"/>
          <p:nvPr/>
        </p:nvSpPr>
        <p:spPr>
          <a:xfrm>
            <a:off x="10106128"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FY12</a:t>
            </a:r>
            <a:endParaRPr/>
          </a:p>
        </p:txBody>
      </p:sp>
      <p:sp>
        <p:nvSpPr>
          <p:cNvPr id="360" name="Google Shape;360;p23"/>
          <p:cNvSpPr txBox="1"/>
          <p:nvPr/>
        </p:nvSpPr>
        <p:spPr>
          <a:xfrm>
            <a:off x="913060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FY11</a:t>
            </a:r>
            <a:endParaRPr/>
          </a:p>
        </p:txBody>
      </p:sp>
      <p:sp>
        <p:nvSpPr>
          <p:cNvPr id="361" name="Google Shape;361;p23"/>
          <p:cNvSpPr txBox="1"/>
          <p:nvPr/>
        </p:nvSpPr>
        <p:spPr>
          <a:xfrm>
            <a:off x="815524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362" name="Google Shape;362;p23"/>
          <p:cNvSpPr txBox="1"/>
          <p:nvPr>
            <p:ph idx="17" type="body"/>
          </p:nvPr>
        </p:nvSpPr>
        <p:spPr>
          <a:xfrm>
            <a:off x="815524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3" name="Google Shape;363;p23"/>
          <p:cNvSpPr txBox="1"/>
          <p:nvPr>
            <p:ph idx="18" type="body"/>
          </p:nvPr>
        </p:nvSpPr>
        <p:spPr>
          <a:xfrm>
            <a:off x="815524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364" name="Google Shape;364;p23"/>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365" name="Google Shape;365;p23"/>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6" name="Google Shape;366;p23"/>
          <p:cNvSpPr txBox="1"/>
          <p:nvPr>
            <p:ph idx="19"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Prototype_2 PE">
  <p:cSld name="DIRO_Update_Prototype_2 PE">
    <p:spTree>
      <p:nvGrpSpPr>
        <p:cNvPr id="367" name="Shape 367"/>
        <p:cNvGrpSpPr/>
        <p:nvPr/>
      </p:nvGrpSpPr>
      <p:grpSpPr>
        <a:xfrm>
          <a:off x="0" y="0"/>
          <a:ext cx="0" cy="0"/>
          <a:chOff x="0" y="0"/>
          <a:chExt cx="0" cy="0"/>
        </a:xfrm>
      </p:grpSpPr>
      <p:sp>
        <p:nvSpPr>
          <p:cNvPr id="368" name="Google Shape;368;p24"/>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24"/>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70" name="Google Shape;370;p24"/>
          <p:cNvSpPr/>
          <p:nvPr/>
        </p:nvSpPr>
        <p:spPr>
          <a:xfrm>
            <a:off x="10722429" y="76202"/>
            <a:ext cx="1266372" cy="519793"/>
          </a:xfrm>
          <a:prstGeom prst="rect">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371" name="Google Shape;371;p24"/>
          <p:cNvSpPr txBox="1"/>
          <p:nvPr/>
        </p:nvSpPr>
        <p:spPr>
          <a:xfrm>
            <a:off x="10722430" y="197128"/>
            <a:ext cx="1266373"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100">
                <a:solidFill>
                  <a:schemeClr val="dk1"/>
                </a:solidFill>
                <a:latin typeface="Tahoma"/>
                <a:ea typeface="Tahoma"/>
                <a:cs typeface="Tahoma"/>
                <a:sym typeface="Tahoma"/>
              </a:rPr>
              <a:t>Prototype</a:t>
            </a:r>
            <a:endParaRPr/>
          </a:p>
        </p:txBody>
      </p:sp>
      <p:pic>
        <p:nvPicPr>
          <p:cNvPr id="372" name="Google Shape;372;p24"/>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373" name="Google Shape;373;p24"/>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374" name="Google Shape;374;p24"/>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375" name="Google Shape;375;p24"/>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376" name="Google Shape;376;p24"/>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377" name="Google Shape;377;p24"/>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378" name="Google Shape;378;p24"/>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379" name="Google Shape;379;p24"/>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0" name="Google Shape;380;p24"/>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1" name="Google Shape;381;p24"/>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2" name="Google Shape;382;p24"/>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3" name="Google Shape;383;p24"/>
          <p:cNvSpPr txBox="1"/>
          <p:nvPr/>
        </p:nvSpPr>
        <p:spPr>
          <a:xfrm>
            <a:off x="38105" y="110950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384" name="Google Shape;384;p24"/>
          <p:cNvSpPr txBox="1"/>
          <p:nvPr/>
        </p:nvSpPr>
        <p:spPr>
          <a:xfrm>
            <a:off x="2376359" y="1109506"/>
            <a:ext cx="105674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385" name="Google Shape;385;p24"/>
          <p:cNvSpPr txBox="1"/>
          <p:nvPr/>
        </p:nvSpPr>
        <p:spPr>
          <a:xfrm>
            <a:off x="4819654" y="110950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386" name="Google Shape;386;p24"/>
          <p:cNvSpPr txBox="1"/>
          <p:nvPr>
            <p:ph idx="5" type="body"/>
          </p:nvPr>
        </p:nvSpPr>
        <p:spPr>
          <a:xfrm>
            <a:off x="373943" y="1109506"/>
            <a:ext cx="19854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7" name="Google Shape;387;p24"/>
          <p:cNvSpPr txBox="1"/>
          <p:nvPr>
            <p:ph idx="6" type="body"/>
          </p:nvPr>
        </p:nvSpPr>
        <p:spPr>
          <a:xfrm>
            <a:off x="3207573" y="1109506"/>
            <a:ext cx="1654309"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8" name="Google Shape;388;p24"/>
          <p:cNvSpPr txBox="1"/>
          <p:nvPr>
            <p:ph idx="7" type="body"/>
          </p:nvPr>
        </p:nvSpPr>
        <p:spPr>
          <a:xfrm>
            <a:off x="5851173" y="110950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9" name="Google Shape;389;p24"/>
          <p:cNvSpPr txBox="1"/>
          <p:nvPr>
            <p:ph idx="8" type="body"/>
          </p:nvPr>
        </p:nvSpPr>
        <p:spPr>
          <a:xfrm>
            <a:off x="913060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0" name="Google Shape;390;p24"/>
          <p:cNvSpPr txBox="1"/>
          <p:nvPr>
            <p:ph idx="9" type="body"/>
          </p:nvPr>
        </p:nvSpPr>
        <p:spPr>
          <a:xfrm>
            <a:off x="10106128"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1" name="Google Shape;391;p24"/>
          <p:cNvSpPr txBox="1"/>
          <p:nvPr>
            <p:ph idx="13" type="body"/>
          </p:nvPr>
        </p:nvSpPr>
        <p:spPr>
          <a:xfrm>
            <a:off x="11085197"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2" name="Google Shape;392;p24"/>
          <p:cNvSpPr txBox="1"/>
          <p:nvPr>
            <p:ph idx="14" type="body"/>
          </p:nvPr>
        </p:nvSpPr>
        <p:spPr>
          <a:xfrm>
            <a:off x="913060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3" name="Google Shape;393;p24"/>
          <p:cNvSpPr txBox="1"/>
          <p:nvPr>
            <p:ph idx="15" type="body"/>
          </p:nvPr>
        </p:nvSpPr>
        <p:spPr>
          <a:xfrm>
            <a:off x="10106128"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4" name="Google Shape;394;p24"/>
          <p:cNvSpPr txBox="1"/>
          <p:nvPr>
            <p:ph idx="16" type="body"/>
          </p:nvPr>
        </p:nvSpPr>
        <p:spPr>
          <a:xfrm>
            <a:off x="11085197"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5" name="Google Shape;395;p24"/>
          <p:cNvSpPr txBox="1"/>
          <p:nvPr/>
        </p:nvSpPr>
        <p:spPr>
          <a:xfrm>
            <a:off x="11085197"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FY13</a:t>
            </a:r>
            <a:endParaRPr/>
          </a:p>
        </p:txBody>
      </p:sp>
      <p:sp>
        <p:nvSpPr>
          <p:cNvPr id="396" name="Google Shape;396;p24"/>
          <p:cNvSpPr txBox="1"/>
          <p:nvPr/>
        </p:nvSpPr>
        <p:spPr>
          <a:xfrm>
            <a:off x="10106128"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FY12</a:t>
            </a:r>
            <a:endParaRPr/>
          </a:p>
        </p:txBody>
      </p:sp>
      <p:sp>
        <p:nvSpPr>
          <p:cNvPr id="397" name="Google Shape;397;p24"/>
          <p:cNvSpPr txBox="1"/>
          <p:nvPr/>
        </p:nvSpPr>
        <p:spPr>
          <a:xfrm>
            <a:off x="913060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FY11</a:t>
            </a:r>
            <a:endParaRPr/>
          </a:p>
        </p:txBody>
      </p:sp>
      <p:sp>
        <p:nvSpPr>
          <p:cNvPr id="398" name="Google Shape;398;p24"/>
          <p:cNvSpPr txBox="1"/>
          <p:nvPr/>
        </p:nvSpPr>
        <p:spPr>
          <a:xfrm>
            <a:off x="815524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399" name="Google Shape;399;p24"/>
          <p:cNvSpPr txBox="1"/>
          <p:nvPr>
            <p:ph idx="17" type="body"/>
          </p:nvPr>
        </p:nvSpPr>
        <p:spPr>
          <a:xfrm>
            <a:off x="815524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0" name="Google Shape;400;p24"/>
          <p:cNvSpPr txBox="1"/>
          <p:nvPr>
            <p:ph idx="18" type="body"/>
          </p:nvPr>
        </p:nvSpPr>
        <p:spPr>
          <a:xfrm>
            <a:off x="815524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01" name="Google Shape;401;p24"/>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402" name="Google Shape;402;p24"/>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24"/>
          <p:cNvSpPr txBox="1"/>
          <p:nvPr>
            <p:ph idx="19"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Field Demonstration_2 PE">
  <p:cSld name="DIRO_Update_Field Demonstration_2 PE">
    <p:spTree>
      <p:nvGrpSpPr>
        <p:cNvPr id="404" name="Shape 404"/>
        <p:cNvGrpSpPr/>
        <p:nvPr/>
      </p:nvGrpSpPr>
      <p:grpSpPr>
        <a:xfrm>
          <a:off x="0" y="0"/>
          <a:ext cx="0" cy="0"/>
          <a:chOff x="0" y="0"/>
          <a:chExt cx="0" cy="0"/>
        </a:xfrm>
      </p:grpSpPr>
      <p:sp>
        <p:nvSpPr>
          <p:cNvPr id="405" name="Google Shape;405;p25"/>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6" name="Google Shape;406;p25"/>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07" name="Google Shape;407;p25"/>
          <p:cNvSpPr/>
          <p:nvPr/>
        </p:nvSpPr>
        <p:spPr>
          <a:xfrm>
            <a:off x="10722429" y="76202"/>
            <a:ext cx="1266372" cy="519793"/>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408" name="Google Shape;408;p25"/>
          <p:cNvSpPr txBox="1"/>
          <p:nvPr/>
        </p:nvSpPr>
        <p:spPr>
          <a:xfrm>
            <a:off x="10624462" y="123651"/>
            <a:ext cx="1469573"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050">
                <a:solidFill>
                  <a:schemeClr val="dk1"/>
                </a:solidFill>
                <a:latin typeface="Tahoma"/>
                <a:ea typeface="Tahoma"/>
                <a:cs typeface="Tahoma"/>
                <a:sym typeface="Tahoma"/>
              </a:rPr>
              <a:t>Field</a:t>
            </a:r>
            <a:endParaRPr/>
          </a:p>
          <a:p>
            <a:pPr indent="0" lvl="0" marL="0" marR="0" rtl="0" algn="ctr">
              <a:spcBef>
                <a:spcPts val="0"/>
              </a:spcBef>
              <a:spcAft>
                <a:spcPts val="0"/>
              </a:spcAft>
              <a:buNone/>
            </a:pPr>
            <a:r>
              <a:rPr b="0" lang="en-US" sz="1050">
                <a:solidFill>
                  <a:schemeClr val="dk1"/>
                </a:solidFill>
                <a:latin typeface="Tahoma"/>
                <a:ea typeface="Tahoma"/>
                <a:cs typeface="Tahoma"/>
                <a:sym typeface="Tahoma"/>
              </a:rPr>
              <a:t>Demonstration</a:t>
            </a:r>
            <a:endParaRPr/>
          </a:p>
        </p:txBody>
      </p:sp>
      <p:pic>
        <p:nvPicPr>
          <p:cNvPr id="409" name="Google Shape;409;p25"/>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410" name="Google Shape;410;p25"/>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411" name="Google Shape;411;p25"/>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412" name="Google Shape;412;p25"/>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413" name="Google Shape;413;p25"/>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414" name="Google Shape;414;p25"/>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415" name="Google Shape;415;p25"/>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416" name="Google Shape;416;p25"/>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7" name="Google Shape;417;p25"/>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8" name="Google Shape;418;p25"/>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9" name="Google Shape;419;p25"/>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0" name="Google Shape;420;p25"/>
          <p:cNvSpPr txBox="1"/>
          <p:nvPr/>
        </p:nvSpPr>
        <p:spPr>
          <a:xfrm>
            <a:off x="38105" y="1109506"/>
            <a:ext cx="83184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PE:</a:t>
            </a:r>
            <a:endParaRPr/>
          </a:p>
        </p:txBody>
      </p:sp>
      <p:sp>
        <p:nvSpPr>
          <p:cNvPr id="421" name="Google Shape;421;p25"/>
          <p:cNvSpPr txBox="1"/>
          <p:nvPr/>
        </p:nvSpPr>
        <p:spPr>
          <a:xfrm>
            <a:off x="2376359" y="1109506"/>
            <a:ext cx="105674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PROJECT:</a:t>
            </a:r>
            <a:endParaRPr/>
          </a:p>
        </p:txBody>
      </p:sp>
      <p:sp>
        <p:nvSpPr>
          <p:cNvPr id="422" name="Google Shape;422;p25"/>
          <p:cNvSpPr txBox="1"/>
          <p:nvPr/>
        </p:nvSpPr>
        <p:spPr>
          <a:xfrm>
            <a:off x="4819654" y="1109506"/>
            <a:ext cx="160655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Tahoma"/>
                <a:ea typeface="Tahoma"/>
                <a:cs typeface="Tahoma"/>
                <a:sym typeface="Tahoma"/>
              </a:rPr>
              <a:t>RDDS</a:t>
            </a:r>
            <a:r>
              <a:rPr lang="en-US" sz="1000">
                <a:solidFill>
                  <a:schemeClr val="dk1"/>
                </a:solidFill>
                <a:latin typeface="Tahoma"/>
                <a:ea typeface="Tahoma"/>
                <a:cs typeface="Tahoma"/>
                <a:sym typeface="Tahoma"/>
              </a:rPr>
              <a:t> PG #</a:t>
            </a:r>
            <a:r>
              <a:rPr lang="en-US" sz="1000">
                <a:solidFill>
                  <a:schemeClr val="dk1"/>
                </a:solidFill>
                <a:latin typeface="Tahoma"/>
                <a:ea typeface="Tahoma"/>
                <a:cs typeface="Tahoma"/>
                <a:sym typeface="Tahoma"/>
              </a:rPr>
              <a:t>:</a:t>
            </a:r>
            <a:endParaRPr/>
          </a:p>
        </p:txBody>
      </p:sp>
      <p:sp>
        <p:nvSpPr>
          <p:cNvPr id="423" name="Google Shape;423;p25"/>
          <p:cNvSpPr txBox="1"/>
          <p:nvPr>
            <p:ph idx="5" type="body"/>
          </p:nvPr>
        </p:nvSpPr>
        <p:spPr>
          <a:xfrm>
            <a:off x="373943" y="1109506"/>
            <a:ext cx="1985432"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4" name="Google Shape;424;p25"/>
          <p:cNvSpPr txBox="1"/>
          <p:nvPr>
            <p:ph idx="6" type="body"/>
          </p:nvPr>
        </p:nvSpPr>
        <p:spPr>
          <a:xfrm>
            <a:off x="3207573" y="1109506"/>
            <a:ext cx="1654309"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5" name="Google Shape;425;p25"/>
          <p:cNvSpPr txBox="1"/>
          <p:nvPr>
            <p:ph idx="7" type="body"/>
          </p:nvPr>
        </p:nvSpPr>
        <p:spPr>
          <a:xfrm>
            <a:off x="5851173" y="1109506"/>
            <a:ext cx="1387124" cy="246221"/>
          </a:xfrm>
          <a:prstGeom prst="rect">
            <a:avLst/>
          </a:prstGeom>
          <a:noFill/>
          <a:ln>
            <a:noFill/>
          </a:ln>
        </p:spPr>
        <p:txBody>
          <a:bodyPr anchorCtr="0" anchor="t" bIns="45700" lIns="45700" spcFirstLastPara="1" rIns="91425" wrap="square" tIns="45700">
            <a:spAutoFit/>
          </a:bodyPr>
          <a:lstStyle>
            <a:lvl1pPr indent="-228600" lvl="0" marL="457200" algn="l">
              <a:spcBef>
                <a:spcPts val="200"/>
              </a:spcBef>
              <a:spcAft>
                <a:spcPts val="0"/>
              </a:spcAft>
              <a:buClr>
                <a:schemeClr val="dk1"/>
              </a:buClr>
              <a:buSzPts val="1000"/>
              <a:buNone/>
              <a:defRPr sz="10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6" name="Google Shape;426;p25"/>
          <p:cNvSpPr txBox="1"/>
          <p:nvPr>
            <p:ph idx="8" type="body"/>
          </p:nvPr>
        </p:nvSpPr>
        <p:spPr>
          <a:xfrm>
            <a:off x="913060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7" name="Google Shape;427;p25"/>
          <p:cNvSpPr txBox="1"/>
          <p:nvPr>
            <p:ph idx="9" type="body"/>
          </p:nvPr>
        </p:nvSpPr>
        <p:spPr>
          <a:xfrm>
            <a:off x="10106128"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8" name="Google Shape;428;p25"/>
          <p:cNvSpPr txBox="1"/>
          <p:nvPr>
            <p:ph idx="13" type="body"/>
          </p:nvPr>
        </p:nvSpPr>
        <p:spPr>
          <a:xfrm>
            <a:off x="11085197"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9" name="Google Shape;429;p25"/>
          <p:cNvSpPr txBox="1"/>
          <p:nvPr>
            <p:ph idx="14" type="body"/>
          </p:nvPr>
        </p:nvSpPr>
        <p:spPr>
          <a:xfrm>
            <a:off x="913060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0" name="Google Shape;430;p25"/>
          <p:cNvSpPr txBox="1"/>
          <p:nvPr>
            <p:ph idx="15" type="body"/>
          </p:nvPr>
        </p:nvSpPr>
        <p:spPr>
          <a:xfrm>
            <a:off x="10106128"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1" name="Google Shape;431;p25"/>
          <p:cNvSpPr txBox="1"/>
          <p:nvPr>
            <p:ph idx="16" type="body"/>
          </p:nvPr>
        </p:nvSpPr>
        <p:spPr>
          <a:xfrm>
            <a:off x="11085197"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2" name="Google Shape;432;p25"/>
          <p:cNvSpPr txBox="1"/>
          <p:nvPr/>
        </p:nvSpPr>
        <p:spPr>
          <a:xfrm>
            <a:off x="11085197"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FY13</a:t>
            </a:r>
            <a:endParaRPr/>
          </a:p>
        </p:txBody>
      </p:sp>
      <p:sp>
        <p:nvSpPr>
          <p:cNvPr id="433" name="Google Shape;433;p25"/>
          <p:cNvSpPr txBox="1"/>
          <p:nvPr/>
        </p:nvSpPr>
        <p:spPr>
          <a:xfrm>
            <a:off x="10106128"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FY12</a:t>
            </a:r>
            <a:endParaRPr/>
          </a:p>
        </p:txBody>
      </p:sp>
      <p:sp>
        <p:nvSpPr>
          <p:cNvPr id="434" name="Google Shape;434;p25"/>
          <p:cNvSpPr txBox="1"/>
          <p:nvPr/>
        </p:nvSpPr>
        <p:spPr>
          <a:xfrm>
            <a:off x="913060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FY11</a:t>
            </a:r>
            <a:endParaRPr/>
          </a:p>
        </p:txBody>
      </p:sp>
      <p:sp>
        <p:nvSpPr>
          <p:cNvPr id="435" name="Google Shape;435;p25"/>
          <p:cNvSpPr txBox="1"/>
          <p:nvPr/>
        </p:nvSpPr>
        <p:spPr>
          <a:xfrm>
            <a:off x="8155245" y="663878"/>
            <a:ext cx="9753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436" name="Google Shape;436;p25"/>
          <p:cNvSpPr txBox="1"/>
          <p:nvPr>
            <p:ph idx="17" type="body"/>
          </p:nvPr>
        </p:nvSpPr>
        <p:spPr>
          <a:xfrm>
            <a:off x="8155245" y="1124894"/>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7" name="Google Shape;437;p25"/>
          <p:cNvSpPr txBox="1"/>
          <p:nvPr>
            <p:ph idx="18" type="body"/>
          </p:nvPr>
        </p:nvSpPr>
        <p:spPr>
          <a:xfrm>
            <a:off x="8155245" y="893966"/>
            <a:ext cx="975360" cy="230832"/>
          </a:xfrm>
          <a:prstGeom prst="rect">
            <a:avLst/>
          </a:prstGeom>
          <a:noFill/>
          <a:ln>
            <a:noFill/>
          </a:ln>
        </p:spPr>
        <p:txBody>
          <a:bodyPr anchorCtr="0" anchor="t" bIns="45700" lIns="91425" spcFirstLastPara="1" rIns="91425" wrap="square" tIns="45700">
            <a:spAutoFit/>
          </a:bodyPr>
          <a:lstStyle>
            <a:lvl1pPr indent="-228600" lvl="0" marL="457200" algn="ctr">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38" name="Google Shape;438;p25"/>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439" name="Google Shape;439;p25"/>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25"/>
          <p:cNvSpPr txBox="1"/>
          <p:nvPr>
            <p:ph idx="19"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Concept_3 PE">
  <p:cSld name="DIRO_Update_Concept_3 PE">
    <p:spTree>
      <p:nvGrpSpPr>
        <p:cNvPr id="441" name="Shape 441"/>
        <p:cNvGrpSpPr/>
        <p:nvPr/>
      </p:nvGrpSpPr>
      <p:grpSpPr>
        <a:xfrm>
          <a:off x="0" y="0"/>
          <a:ext cx="0" cy="0"/>
          <a:chOff x="0" y="0"/>
          <a:chExt cx="0" cy="0"/>
        </a:xfrm>
      </p:grpSpPr>
      <p:sp>
        <p:nvSpPr>
          <p:cNvPr id="442" name="Google Shape;442;p26"/>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3" name="Google Shape;443;p26"/>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44" name="Google Shape;444;p26"/>
          <p:cNvSpPr/>
          <p:nvPr/>
        </p:nvSpPr>
        <p:spPr>
          <a:xfrm>
            <a:off x="10722429" y="76202"/>
            <a:ext cx="1266372" cy="519793"/>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445" name="Google Shape;445;p26"/>
          <p:cNvSpPr txBox="1"/>
          <p:nvPr/>
        </p:nvSpPr>
        <p:spPr>
          <a:xfrm>
            <a:off x="10722430" y="197126"/>
            <a:ext cx="1266373"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100">
                <a:solidFill>
                  <a:schemeClr val="dk1"/>
                </a:solidFill>
                <a:latin typeface="Tahoma"/>
                <a:ea typeface="Tahoma"/>
                <a:cs typeface="Tahoma"/>
                <a:sym typeface="Tahoma"/>
              </a:rPr>
              <a:t>Concept</a:t>
            </a:r>
            <a:endParaRPr/>
          </a:p>
        </p:txBody>
      </p:sp>
      <p:pic>
        <p:nvPicPr>
          <p:cNvPr id="446" name="Google Shape;446;p26"/>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447" name="Google Shape;447;p26"/>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448" name="Google Shape;448;p26"/>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449" name="Google Shape;449;p26"/>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450" name="Google Shape;450;p26"/>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451" name="Google Shape;451;p26"/>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452" name="Google Shape;452;p26"/>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453" name="Google Shape;453;p26"/>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4" name="Google Shape;454;p26"/>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5" name="Google Shape;455;p26"/>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6" name="Google Shape;456;p26"/>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7" name="Google Shape;457;p26"/>
          <p:cNvSpPr txBox="1"/>
          <p:nvPr/>
        </p:nvSpPr>
        <p:spPr>
          <a:xfrm>
            <a:off x="1" y="1124894"/>
            <a:ext cx="831849"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PE:</a:t>
            </a:r>
            <a:endParaRPr/>
          </a:p>
        </p:txBody>
      </p:sp>
      <p:sp>
        <p:nvSpPr>
          <p:cNvPr id="458" name="Google Shape;458;p26"/>
          <p:cNvSpPr txBox="1"/>
          <p:nvPr/>
        </p:nvSpPr>
        <p:spPr>
          <a:xfrm>
            <a:off x="2953687" y="1124894"/>
            <a:ext cx="105674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459" name="Google Shape;459;p26"/>
          <p:cNvSpPr txBox="1"/>
          <p:nvPr/>
        </p:nvSpPr>
        <p:spPr>
          <a:xfrm>
            <a:off x="5901886" y="1124894"/>
            <a:ext cx="1606551"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RDDS</a:t>
            </a:r>
            <a:r>
              <a:rPr lang="en-US" sz="900">
                <a:solidFill>
                  <a:schemeClr val="dk1"/>
                </a:solidFill>
                <a:latin typeface="Tahoma"/>
                <a:ea typeface="Tahoma"/>
                <a:cs typeface="Tahoma"/>
                <a:sym typeface="Tahoma"/>
              </a:rPr>
              <a:t> PG #</a:t>
            </a:r>
            <a:r>
              <a:rPr lang="en-US" sz="900">
                <a:solidFill>
                  <a:schemeClr val="dk1"/>
                </a:solidFill>
                <a:latin typeface="Tahoma"/>
                <a:ea typeface="Tahoma"/>
                <a:cs typeface="Tahoma"/>
                <a:sym typeface="Tahoma"/>
              </a:rPr>
              <a:t>:</a:t>
            </a:r>
            <a:endParaRPr/>
          </a:p>
        </p:txBody>
      </p:sp>
      <p:sp>
        <p:nvSpPr>
          <p:cNvPr id="460" name="Google Shape;460;p26"/>
          <p:cNvSpPr txBox="1"/>
          <p:nvPr>
            <p:ph idx="5" type="body"/>
          </p:nvPr>
        </p:nvSpPr>
        <p:spPr>
          <a:xfrm>
            <a:off x="351363" y="1124894"/>
            <a:ext cx="2764371"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1" name="Google Shape;461;p26"/>
          <p:cNvSpPr txBox="1"/>
          <p:nvPr>
            <p:ph idx="6" type="body"/>
          </p:nvPr>
        </p:nvSpPr>
        <p:spPr>
          <a:xfrm>
            <a:off x="3755234" y="1124894"/>
            <a:ext cx="2510084"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2" name="Google Shape;462;p26"/>
          <p:cNvSpPr txBox="1"/>
          <p:nvPr>
            <p:ph idx="7" type="body"/>
          </p:nvPr>
        </p:nvSpPr>
        <p:spPr>
          <a:xfrm>
            <a:off x="6843090" y="1124894"/>
            <a:ext cx="1387124" cy="230832"/>
          </a:xfrm>
          <a:prstGeom prst="rect">
            <a:avLst/>
          </a:prstGeom>
          <a:noFill/>
          <a:ln>
            <a:noFill/>
          </a:ln>
        </p:spPr>
        <p:txBody>
          <a:bodyPr anchorCtr="0" anchor="t" bIns="45700" lIns="45700" spcFirstLastPara="1" rIns="91425" wrap="square" tIns="45700">
            <a:spAutoFit/>
          </a:bodyPr>
          <a:lstStyle>
            <a:lvl1pPr indent="-228600" lvl="0" marL="457200" marR="0" algn="l">
              <a:lnSpc>
                <a:spcPct val="100000"/>
              </a:lnSpc>
              <a:spcBef>
                <a:spcPts val="180"/>
              </a:spcBef>
              <a:spcAft>
                <a:spcPts val="0"/>
              </a:spcAft>
              <a:buClr>
                <a:schemeClr val="dk1"/>
              </a:buClr>
              <a:buSzPts val="900"/>
              <a:buFont typeface="Arial"/>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3" name="Google Shape;463;p26"/>
          <p:cNvSpPr txBox="1"/>
          <p:nvPr>
            <p:ph idx="8" type="body"/>
          </p:nvPr>
        </p:nvSpPr>
        <p:spPr>
          <a:xfrm>
            <a:off x="91310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4" name="Google Shape;464;p26"/>
          <p:cNvSpPr txBox="1"/>
          <p:nvPr>
            <p:ph idx="9" type="body"/>
          </p:nvPr>
        </p:nvSpPr>
        <p:spPr>
          <a:xfrm>
            <a:off x="10106128"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5" name="Google Shape;465;p26"/>
          <p:cNvSpPr txBox="1"/>
          <p:nvPr>
            <p:ph idx="13" type="body"/>
          </p:nvPr>
        </p:nvSpPr>
        <p:spPr>
          <a:xfrm>
            <a:off x="110851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6" name="Google Shape;466;p26"/>
          <p:cNvSpPr txBox="1"/>
          <p:nvPr>
            <p:ph idx="14" type="body"/>
          </p:nvPr>
        </p:nvSpPr>
        <p:spPr>
          <a:xfrm>
            <a:off x="91310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7" name="Google Shape;467;p26"/>
          <p:cNvSpPr txBox="1"/>
          <p:nvPr>
            <p:ph idx="15" type="body"/>
          </p:nvPr>
        </p:nvSpPr>
        <p:spPr>
          <a:xfrm>
            <a:off x="10106128"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8" name="Google Shape;468;p26"/>
          <p:cNvSpPr txBox="1"/>
          <p:nvPr>
            <p:ph idx="16" type="body"/>
          </p:nvPr>
        </p:nvSpPr>
        <p:spPr>
          <a:xfrm>
            <a:off x="110851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9" name="Google Shape;469;p26"/>
          <p:cNvSpPr txBox="1"/>
          <p:nvPr/>
        </p:nvSpPr>
        <p:spPr>
          <a:xfrm>
            <a:off x="110851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FY13</a:t>
            </a:r>
            <a:endParaRPr/>
          </a:p>
        </p:txBody>
      </p:sp>
      <p:sp>
        <p:nvSpPr>
          <p:cNvPr id="470" name="Google Shape;470;p26"/>
          <p:cNvSpPr txBox="1"/>
          <p:nvPr/>
        </p:nvSpPr>
        <p:spPr>
          <a:xfrm>
            <a:off x="10106128"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FY12</a:t>
            </a:r>
            <a:endParaRPr/>
          </a:p>
        </p:txBody>
      </p:sp>
      <p:sp>
        <p:nvSpPr>
          <p:cNvPr id="471" name="Google Shape;471;p26"/>
          <p:cNvSpPr txBox="1"/>
          <p:nvPr/>
        </p:nvSpPr>
        <p:spPr>
          <a:xfrm>
            <a:off x="91310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FY11</a:t>
            </a:r>
            <a:endParaRPr/>
          </a:p>
        </p:txBody>
      </p:sp>
      <p:sp>
        <p:nvSpPr>
          <p:cNvPr id="472" name="Google Shape;472;p26"/>
          <p:cNvSpPr txBox="1"/>
          <p:nvPr/>
        </p:nvSpPr>
        <p:spPr>
          <a:xfrm>
            <a:off x="8152193"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PROJECT</a:t>
            </a:r>
            <a:endParaRPr/>
          </a:p>
        </p:txBody>
      </p:sp>
      <p:sp>
        <p:nvSpPr>
          <p:cNvPr id="473" name="Google Shape;473;p26"/>
          <p:cNvSpPr txBox="1"/>
          <p:nvPr>
            <p:ph idx="17" type="body"/>
          </p:nvPr>
        </p:nvSpPr>
        <p:spPr>
          <a:xfrm>
            <a:off x="8152193"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4" name="Google Shape;474;p26"/>
          <p:cNvSpPr txBox="1"/>
          <p:nvPr>
            <p:ph idx="18" type="body"/>
          </p:nvPr>
        </p:nvSpPr>
        <p:spPr>
          <a:xfrm>
            <a:off x="8152193"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5" name="Google Shape;475;p26"/>
          <p:cNvSpPr txBox="1"/>
          <p:nvPr>
            <p:ph idx="19" type="body"/>
          </p:nvPr>
        </p:nvSpPr>
        <p:spPr>
          <a:xfrm>
            <a:off x="9131097"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6" name="Google Shape;476;p26"/>
          <p:cNvSpPr txBox="1"/>
          <p:nvPr>
            <p:ph idx="20" type="body"/>
          </p:nvPr>
        </p:nvSpPr>
        <p:spPr>
          <a:xfrm>
            <a:off x="10106620"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7" name="Google Shape;477;p26"/>
          <p:cNvSpPr txBox="1"/>
          <p:nvPr>
            <p:ph idx="21" type="body"/>
          </p:nvPr>
        </p:nvSpPr>
        <p:spPr>
          <a:xfrm>
            <a:off x="11085689"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8" name="Google Shape;478;p26"/>
          <p:cNvSpPr txBox="1"/>
          <p:nvPr>
            <p:ph idx="22" type="body"/>
          </p:nvPr>
        </p:nvSpPr>
        <p:spPr>
          <a:xfrm>
            <a:off x="8152193"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79" name="Google Shape;479;p26"/>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480" name="Google Shape;480;p26"/>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1" name="Google Shape;481;p26"/>
          <p:cNvSpPr txBox="1"/>
          <p:nvPr>
            <p:ph idx="23"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Prototype_3 PE">
  <p:cSld name="DIRO_Update_Prototype_3 PE">
    <p:spTree>
      <p:nvGrpSpPr>
        <p:cNvPr id="482" name="Shape 482"/>
        <p:cNvGrpSpPr/>
        <p:nvPr/>
      </p:nvGrpSpPr>
      <p:grpSpPr>
        <a:xfrm>
          <a:off x="0" y="0"/>
          <a:ext cx="0" cy="0"/>
          <a:chOff x="0" y="0"/>
          <a:chExt cx="0" cy="0"/>
        </a:xfrm>
      </p:grpSpPr>
      <p:sp>
        <p:nvSpPr>
          <p:cNvPr id="483" name="Google Shape;483;p27"/>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4" name="Google Shape;484;p27"/>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85" name="Google Shape;485;p27"/>
          <p:cNvSpPr/>
          <p:nvPr/>
        </p:nvSpPr>
        <p:spPr>
          <a:xfrm>
            <a:off x="10722429" y="76202"/>
            <a:ext cx="1266372" cy="519793"/>
          </a:xfrm>
          <a:prstGeom prst="rect">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486" name="Google Shape;486;p27"/>
          <p:cNvSpPr txBox="1"/>
          <p:nvPr/>
        </p:nvSpPr>
        <p:spPr>
          <a:xfrm>
            <a:off x="10722430" y="197128"/>
            <a:ext cx="1266373"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100">
                <a:solidFill>
                  <a:schemeClr val="dk1"/>
                </a:solidFill>
                <a:latin typeface="Tahoma"/>
                <a:ea typeface="Tahoma"/>
                <a:cs typeface="Tahoma"/>
                <a:sym typeface="Tahoma"/>
              </a:rPr>
              <a:t>Prototype</a:t>
            </a:r>
            <a:endParaRPr/>
          </a:p>
        </p:txBody>
      </p:sp>
      <p:pic>
        <p:nvPicPr>
          <p:cNvPr id="487" name="Google Shape;487;p27"/>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488" name="Google Shape;488;p27"/>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489" name="Google Shape;489;p27"/>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490" name="Google Shape;490;p27"/>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491" name="Google Shape;491;p27"/>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492" name="Google Shape;492;p27"/>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493" name="Google Shape;493;p27"/>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494" name="Google Shape;494;p27"/>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5" name="Google Shape;495;p27"/>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6" name="Google Shape;496;p27"/>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7" name="Google Shape;497;p27"/>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8" name="Google Shape;498;p27"/>
          <p:cNvSpPr txBox="1"/>
          <p:nvPr/>
        </p:nvSpPr>
        <p:spPr>
          <a:xfrm>
            <a:off x="1" y="1124894"/>
            <a:ext cx="831849"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PE:</a:t>
            </a:r>
            <a:endParaRPr/>
          </a:p>
        </p:txBody>
      </p:sp>
      <p:sp>
        <p:nvSpPr>
          <p:cNvPr id="499" name="Google Shape;499;p27"/>
          <p:cNvSpPr txBox="1"/>
          <p:nvPr/>
        </p:nvSpPr>
        <p:spPr>
          <a:xfrm>
            <a:off x="2953687" y="1124894"/>
            <a:ext cx="105674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500" name="Google Shape;500;p27"/>
          <p:cNvSpPr txBox="1"/>
          <p:nvPr/>
        </p:nvSpPr>
        <p:spPr>
          <a:xfrm>
            <a:off x="5901886" y="1124894"/>
            <a:ext cx="1606551"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RDDS</a:t>
            </a:r>
            <a:r>
              <a:rPr lang="en-US" sz="900">
                <a:solidFill>
                  <a:schemeClr val="dk1"/>
                </a:solidFill>
                <a:latin typeface="Tahoma"/>
                <a:ea typeface="Tahoma"/>
                <a:cs typeface="Tahoma"/>
                <a:sym typeface="Tahoma"/>
              </a:rPr>
              <a:t> PG #</a:t>
            </a:r>
            <a:r>
              <a:rPr lang="en-US" sz="900">
                <a:solidFill>
                  <a:schemeClr val="dk1"/>
                </a:solidFill>
                <a:latin typeface="Tahoma"/>
                <a:ea typeface="Tahoma"/>
                <a:cs typeface="Tahoma"/>
                <a:sym typeface="Tahoma"/>
              </a:rPr>
              <a:t>:</a:t>
            </a:r>
            <a:endParaRPr/>
          </a:p>
        </p:txBody>
      </p:sp>
      <p:sp>
        <p:nvSpPr>
          <p:cNvPr id="501" name="Google Shape;501;p27"/>
          <p:cNvSpPr txBox="1"/>
          <p:nvPr>
            <p:ph idx="5" type="body"/>
          </p:nvPr>
        </p:nvSpPr>
        <p:spPr>
          <a:xfrm>
            <a:off x="351363" y="1124894"/>
            <a:ext cx="2764371"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2" name="Google Shape;502;p27"/>
          <p:cNvSpPr txBox="1"/>
          <p:nvPr>
            <p:ph idx="6" type="body"/>
          </p:nvPr>
        </p:nvSpPr>
        <p:spPr>
          <a:xfrm>
            <a:off x="3755234" y="1124894"/>
            <a:ext cx="2510084"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3" name="Google Shape;503;p27"/>
          <p:cNvSpPr txBox="1"/>
          <p:nvPr>
            <p:ph idx="7" type="body"/>
          </p:nvPr>
        </p:nvSpPr>
        <p:spPr>
          <a:xfrm>
            <a:off x="6843090" y="1124894"/>
            <a:ext cx="1387124" cy="230832"/>
          </a:xfrm>
          <a:prstGeom prst="rect">
            <a:avLst/>
          </a:prstGeom>
          <a:noFill/>
          <a:ln>
            <a:noFill/>
          </a:ln>
        </p:spPr>
        <p:txBody>
          <a:bodyPr anchorCtr="0" anchor="t" bIns="45700" lIns="45700" spcFirstLastPara="1" rIns="91425" wrap="square" tIns="45700">
            <a:spAutoFit/>
          </a:bodyPr>
          <a:lstStyle>
            <a:lvl1pPr indent="-228600" lvl="0" marL="457200" marR="0" algn="l">
              <a:lnSpc>
                <a:spcPct val="100000"/>
              </a:lnSpc>
              <a:spcBef>
                <a:spcPts val="180"/>
              </a:spcBef>
              <a:spcAft>
                <a:spcPts val="0"/>
              </a:spcAft>
              <a:buClr>
                <a:schemeClr val="dk1"/>
              </a:buClr>
              <a:buSzPts val="900"/>
              <a:buFont typeface="Arial"/>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4" name="Google Shape;504;p27"/>
          <p:cNvSpPr txBox="1"/>
          <p:nvPr>
            <p:ph idx="8" type="body"/>
          </p:nvPr>
        </p:nvSpPr>
        <p:spPr>
          <a:xfrm>
            <a:off x="91310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5" name="Google Shape;505;p27"/>
          <p:cNvSpPr txBox="1"/>
          <p:nvPr>
            <p:ph idx="9" type="body"/>
          </p:nvPr>
        </p:nvSpPr>
        <p:spPr>
          <a:xfrm>
            <a:off x="10106128"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6" name="Google Shape;506;p27"/>
          <p:cNvSpPr txBox="1"/>
          <p:nvPr>
            <p:ph idx="13" type="body"/>
          </p:nvPr>
        </p:nvSpPr>
        <p:spPr>
          <a:xfrm>
            <a:off x="110851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7" name="Google Shape;507;p27"/>
          <p:cNvSpPr txBox="1"/>
          <p:nvPr>
            <p:ph idx="14" type="body"/>
          </p:nvPr>
        </p:nvSpPr>
        <p:spPr>
          <a:xfrm>
            <a:off x="91310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8" name="Google Shape;508;p27"/>
          <p:cNvSpPr txBox="1"/>
          <p:nvPr>
            <p:ph idx="15" type="body"/>
          </p:nvPr>
        </p:nvSpPr>
        <p:spPr>
          <a:xfrm>
            <a:off x="10106128"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9" name="Google Shape;509;p27"/>
          <p:cNvSpPr txBox="1"/>
          <p:nvPr>
            <p:ph idx="16" type="body"/>
          </p:nvPr>
        </p:nvSpPr>
        <p:spPr>
          <a:xfrm>
            <a:off x="110851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0" name="Google Shape;510;p27"/>
          <p:cNvSpPr txBox="1"/>
          <p:nvPr/>
        </p:nvSpPr>
        <p:spPr>
          <a:xfrm>
            <a:off x="110851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FY13</a:t>
            </a:r>
            <a:endParaRPr/>
          </a:p>
        </p:txBody>
      </p:sp>
      <p:sp>
        <p:nvSpPr>
          <p:cNvPr id="511" name="Google Shape;511;p27"/>
          <p:cNvSpPr txBox="1"/>
          <p:nvPr/>
        </p:nvSpPr>
        <p:spPr>
          <a:xfrm>
            <a:off x="10106128"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FY12</a:t>
            </a:r>
            <a:endParaRPr/>
          </a:p>
        </p:txBody>
      </p:sp>
      <p:sp>
        <p:nvSpPr>
          <p:cNvPr id="512" name="Google Shape;512;p27"/>
          <p:cNvSpPr txBox="1"/>
          <p:nvPr/>
        </p:nvSpPr>
        <p:spPr>
          <a:xfrm>
            <a:off x="91310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FY11</a:t>
            </a:r>
            <a:endParaRPr/>
          </a:p>
        </p:txBody>
      </p:sp>
      <p:sp>
        <p:nvSpPr>
          <p:cNvPr id="513" name="Google Shape;513;p27"/>
          <p:cNvSpPr txBox="1"/>
          <p:nvPr/>
        </p:nvSpPr>
        <p:spPr>
          <a:xfrm>
            <a:off x="8152193"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PROJECT</a:t>
            </a:r>
            <a:endParaRPr/>
          </a:p>
        </p:txBody>
      </p:sp>
      <p:sp>
        <p:nvSpPr>
          <p:cNvPr id="514" name="Google Shape;514;p27"/>
          <p:cNvSpPr txBox="1"/>
          <p:nvPr>
            <p:ph idx="17" type="body"/>
          </p:nvPr>
        </p:nvSpPr>
        <p:spPr>
          <a:xfrm>
            <a:off x="8152193"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5" name="Google Shape;515;p27"/>
          <p:cNvSpPr txBox="1"/>
          <p:nvPr>
            <p:ph idx="18" type="body"/>
          </p:nvPr>
        </p:nvSpPr>
        <p:spPr>
          <a:xfrm>
            <a:off x="8152193"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6" name="Google Shape;516;p27"/>
          <p:cNvSpPr txBox="1"/>
          <p:nvPr>
            <p:ph idx="19" type="body"/>
          </p:nvPr>
        </p:nvSpPr>
        <p:spPr>
          <a:xfrm>
            <a:off x="9131097"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7" name="Google Shape;517;p27"/>
          <p:cNvSpPr txBox="1"/>
          <p:nvPr>
            <p:ph idx="20" type="body"/>
          </p:nvPr>
        </p:nvSpPr>
        <p:spPr>
          <a:xfrm>
            <a:off x="10106620"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8" name="Google Shape;518;p27"/>
          <p:cNvSpPr txBox="1"/>
          <p:nvPr>
            <p:ph idx="21" type="body"/>
          </p:nvPr>
        </p:nvSpPr>
        <p:spPr>
          <a:xfrm>
            <a:off x="11085689"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9" name="Google Shape;519;p27"/>
          <p:cNvSpPr txBox="1"/>
          <p:nvPr>
            <p:ph idx="22" type="body"/>
          </p:nvPr>
        </p:nvSpPr>
        <p:spPr>
          <a:xfrm>
            <a:off x="8152193"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20" name="Google Shape;520;p27"/>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521" name="Google Shape;521;p27"/>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2" name="Google Shape;522;p27"/>
          <p:cNvSpPr txBox="1"/>
          <p:nvPr>
            <p:ph idx="23"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RO_Update_Field Demonstration_3 PE">
  <p:cSld name="DIRO_Update_Field Demonstration_3 PE">
    <p:spTree>
      <p:nvGrpSpPr>
        <p:cNvPr id="523" name="Shape 523"/>
        <p:cNvGrpSpPr/>
        <p:nvPr/>
      </p:nvGrpSpPr>
      <p:grpSpPr>
        <a:xfrm>
          <a:off x="0" y="0"/>
          <a:ext cx="0" cy="0"/>
          <a:chOff x="0" y="0"/>
          <a:chExt cx="0" cy="0"/>
        </a:xfrm>
      </p:grpSpPr>
      <p:sp>
        <p:nvSpPr>
          <p:cNvPr id="524" name="Google Shape;524;p28"/>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5" name="Google Shape;525;p28"/>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26" name="Google Shape;526;p28"/>
          <p:cNvSpPr/>
          <p:nvPr/>
        </p:nvSpPr>
        <p:spPr>
          <a:xfrm>
            <a:off x="10722429" y="76202"/>
            <a:ext cx="1266372" cy="519793"/>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ahoma"/>
              <a:ea typeface="Tahoma"/>
              <a:cs typeface="Tahoma"/>
              <a:sym typeface="Tahoma"/>
            </a:endParaRPr>
          </a:p>
        </p:txBody>
      </p:sp>
      <p:sp>
        <p:nvSpPr>
          <p:cNvPr id="527" name="Google Shape;527;p28"/>
          <p:cNvSpPr txBox="1"/>
          <p:nvPr/>
        </p:nvSpPr>
        <p:spPr>
          <a:xfrm>
            <a:off x="10624462" y="123651"/>
            <a:ext cx="1469573"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050">
                <a:solidFill>
                  <a:schemeClr val="dk1"/>
                </a:solidFill>
                <a:latin typeface="Tahoma"/>
                <a:ea typeface="Tahoma"/>
                <a:cs typeface="Tahoma"/>
                <a:sym typeface="Tahoma"/>
              </a:rPr>
              <a:t>Field</a:t>
            </a:r>
            <a:endParaRPr/>
          </a:p>
          <a:p>
            <a:pPr indent="0" lvl="0" marL="0" marR="0" rtl="0" algn="ctr">
              <a:spcBef>
                <a:spcPts val="0"/>
              </a:spcBef>
              <a:spcAft>
                <a:spcPts val="0"/>
              </a:spcAft>
              <a:buNone/>
            </a:pPr>
            <a:r>
              <a:rPr b="0" lang="en-US" sz="1050">
                <a:solidFill>
                  <a:schemeClr val="dk1"/>
                </a:solidFill>
                <a:latin typeface="Tahoma"/>
                <a:ea typeface="Tahoma"/>
                <a:cs typeface="Tahoma"/>
                <a:sym typeface="Tahoma"/>
              </a:rPr>
              <a:t>Demonstration</a:t>
            </a:r>
            <a:endParaRPr/>
          </a:p>
        </p:txBody>
      </p:sp>
      <p:pic>
        <p:nvPicPr>
          <p:cNvPr id="528" name="Google Shape;528;p28"/>
          <p:cNvPicPr preferRelativeResize="0"/>
          <p:nvPr/>
        </p:nvPicPr>
        <p:blipFill rotWithShape="1">
          <a:blip r:embed="rId2">
            <a:alphaModFix/>
          </a:blip>
          <a:srcRect b="0" l="0" r="0" t="0"/>
          <a:stretch/>
        </p:blipFill>
        <p:spPr>
          <a:xfrm>
            <a:off x="512552" y="130208"/>
            <a:ext cx="1447251" cy="655071"/>
          </a:xfrm>
          <a:prstGeom prst="rect">
            <a:avLst/>
          </a:prstGeom>
          <a:noFill/>
          <a:ln>
            <a:noFill/>
          </a:ln>
        </p:spPr>
      </p:pic>
      <p:sp>
        <p:nvSpPr>
          <p:cNvPr id="529" name="Google Shape;529;p28"/>
          <p:cNvSpPr txBox="1"/>
          <p:nvPr/>
        </p:nvSpPr>
        <p:spPr>
          <a:xfrm>
            <a:off x="7454898" y="3843864"/>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DIRO UPDATE/ISSUES</a:t>
            </a:r>
            <a:endParaRPr/>
          </a:p>
        </p:txBody>
      </p:sp>
      <p:sp>
        <p:nvSpPr>
          <p:cNvPr id="530" name="Google Shape;530;p28"/>
          <p:cNvSpPr txBox="1"/>
          <p:nvPr/>
        </p:nvSpPr>
        <p:spPr>
          <a:xfrm>
            <a:off x="1200151" y="1363190"/>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OVERVIEW</a:t>
            </a:r>
            <a:endParaRPr/>
          </a:p>
        </p:txBody>
      </p:sp>
      <p:sp>
        <p:nvSpPr>
          <p:cNvPr id="531" name="Google Shape;531;p28"/>
          <p:cNvSpPr txBox="1"/>
          <p:nvPr/>
        </p:nvSpPr>
        <p:spPr>
          <a:xfrm>
            <a:off x="7454898" y="1365363"/>
            <a:ext cx="36195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PROGRAM STATUS</a:t>
            </a:r>
            <a:endParaRPr/>
          </a:p>
        </p:txBody>
      </p:sp>
      <p:sp>
        <p:nvSpPr>
          <p:cNvPr id="532" name="Google Shape;532;p28"/>
          <p:cNvSpPr txBox="1"/>
          <p:nvPr/>
        </p:nvSpPr>
        <p:spPr>
          <a:xfrm>
            <a:off x="341314" y="3843864"/>
            <a:ext cx="533717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Tahoma"/>
                <a:ea typeface="Tahoma"/>
                <a:cs typeface="Tahoma"/>
                <a:sym typeface="Tahoma"/>
              </a:rPr>
              <a:t>CAPABILITY OBJECTIVE/GOAL</a:t>
            </a:r>
            <a:endParaRPr/>
          </a:p>
        </p:txBody>
      </p:sp>
      <p:cxnSp>
        <p:nvCxnSpPr>
          <p:cNvPr id="533" name="Google Shape;533;p28"/>
          <p:cNvCxnSpPr/>
          <p:nvPr/>
        </p:nvCxnSpPr>
        <p:spPr>
          <a:xfrm>
            <a:off x="0" y="3825875"/>
            <a:ext cx="12192000" cy="0"/>
          </a:xfrm>
          <a:prstGeom prst="straightConnector1">
            <a:avLst/>
          </a:prstGeom>
          <a:noFill/>
          <a:ln cap="flat" cmpd="sng" w="22225">
            <a:solidFill>
              <a:schemeClr val="dk1"/>
            </a:solidFill>
            <a:prstDash val="solid"/>
            <a:round/>
            <a:headEnd len="med" w="med" type="none"/>
            <a:tailEnd len="med" w="med" type="none"/>
          </a:ln>
        </p:spPr>
      </p:cxnSp>
      <p:cxnSp>
        <p:nvCxnSpPr>
          <p:cNvPr id="534" name="Google Shape;534;p28"/>
          <p:cNvCxnSpPr/>
          <p:nvPr/>
        </p:nvCxnSpPr>
        <p:spPr>
          <a:xfrm>
            <a:off x="6096000" y="1355726"/>
            <a:ext cx="0" cy="5070474"/>
          </a:xfrm>
          <a:prstGeom prst="straightConnector1">
            <a:avLst/>
          </a:prstGeom>
          <a:noFill/>
          <a:ln cap="flat" cmpd="sng" w="22225">
            <a:solidFill>
              <a:schemeClr val="dk1"/>
            </a:solidFill>
            <a:prstDash val="solid"/>
            <a:round/>
            <a:headEnd len="med" w="med" type="none"/>
            <a:tailEnd len="med" w="med" type="none"/>
          </a:ln>
        </p:spPr>
      </p:cxnSp>
      <p:sp>
        <p:nvSpPr>
          <p:cNvPr id="535" name="Google Shape;535;p28"/>
          <p:cNvSpPr txBox="1"/>
          <p:nvPr>
            <p:ph idx="1" type="body"/>
          </p:nvPr>
        </p:nvSpPr>
        <p:spPr>
          <a:xfrm>
            <a:off x="260351"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6" name="Google Shape;536;p28"/>
          <p:cNvSpPr txBox="1"/>
          <p:nvPr>
            <p:ph idx="2" type="body"/>
          </p:nvPr>
        </p:nvSpPr>
        <p:spPr>
          <a:xfrm>
            <a:off x="260351"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7" name="Google Shape;537;p28"/>
          <p:cNvSpPr txBox="1"/>
          <p:nvPr>
            <p:ph idx="3" type="body"/>
          </p:nvPr>
        </p:nvSpPr>
        <p:spPr>
          <a:xfrm>
            <a:off x="6277328" y="1642362"/>
            <a:ext cx="5711472" cy="2155469"/>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8" name="Google Shape;538;p28"/>
          <p:cNvSpPr txBox="1"/>
          <p:nvPr>
            <p:ph idx="4" type="body"/>
          </p:nvPr>
        </p:nvSpPr>
        <p:spPr>
          <a:xfrm>
            <a:off x="6277328" y="4120864"/>
            <a:ext cx="5711472" cy="2432337"/>
          </a:xfrm>
          <a:prstGeom prst="rect">
            <a:avLst/>
          </a:prstGeom>
          <a:noFill/>
          <a:ln>
            <a:noFill/>
          </a:ln>
        </p:spPr>
        <p:txBody>
          <a:bodyPr anchorCtr="0" anchor="t" bIns="45700" lIns="91425" spcFirstLastPara="1" rIns="91425" wrap="square" tIns="45700">
            <a:noAutofit/>
          </a:bodyPr>
          <a:lstStyle>
            <a:lvl1pPr indent="-304800" lvl="0" marL="457200" algn="l">
              <a:spcBef>
                <a:spcPts val="240"/>
              </a:spcBef>
              <a:spcAft>
                <a:spcPts val="0"/>
              </a:spcAft>
              <a:buClr>
                <a:schemeClr val="dk1"/>
              </a:buClr>
              <a:buSzPts val="1200"/>
              <a:buFont typeface="Arial"/>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180"/>
              </a:spcBef>
              <a:spcAft>
                <a:spcPts val="0"/>
              </a:spcAft>
              <a:buClr>
                <a:schemeClr val="dk1"/>
              </a:buClr>
              <a:buSzPts val="900"/>
              <a:buChar char="•"/>
              <a:defRPr sz="900"/>
            </a:lvl3pPr>
            <a:lvl4pPr indent="-285750" lvl="3" marL="1828800" algn="l">
              <a:spcBef>
                <a:spcPts val="180"/>
              </a:spcBef>
              <a:spcAft>
                <a:spcPts val="0"/>
              </a:spcAft>
              <a:buClr>
                <a:schemeClr val="dk1"/>
              </a:buClr>
              <a:buSzPts val="900"/>
              <a:buChar char="•"/>
              <a:defRPr sz="900"/>
            </a:lvl4pPr>
            <a:lvl5pPr indent="-285750" lvl="4" marL="2286000" algn="l">
              <a:spcBef>
                <a:spcPts val="180"/>
              </a:spcBef>
              <a:spcAft>
                <a:spcPts val="0"/>
              </a:spcAft>
              <a:buClr>
                <a:schemeClr val="dk1"/>
              </a:buClr>
              <a:buSzPts val="900"/>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9" name="Google Shape;539;p28"/>
          <p:cNvSpPr txBox="1"/>
          <p:nvPr/>
        </p:nvSpPr>
        <p:spPr>
          <a:xfrm>
            <a:off x="1" y="1124894"/>
            <a:ext cx="831849"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PE:</a:t>
            </a:r>
            <a:endParaRPr/>
          </a:p>
        </p:txBody>
      </p:sp>
      <p:sp>
        <p:nvSpPr>
          <p:cNvPr id="540" name="Google Shape;540;p28"/>
          <p:cNvSpPr txBox="1"/>
          <p:nvPr/>
        </p:nvSpPr>
        <p:spPr>
          <a:xfrm>
            <a:off x="2953687" y="1124894"/>
            <a:ext cx="105674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PROJECT:</a:t>
            </a:r>
            <a:endParaRPr/>
          </a:p>
        </p:txBody>
      </p:sp>
      <p:sp>
        <p:nvSpPr>
          <p:cNvPr id="541" name="Google Shape;541;p28"/>
          <p:cNvSpPr txBox="1"/>
          <p:nvPr/>
        </p:nvSpPr>
        <p:spPr>
          <a:xfrm>
            <a:off x="5901886" y="1124894"/>
            <a:ext cx="1606551"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Tahoma"/>
                <a:ea typeface="Tahoma"/>
                <a:cs typeface="Tahoma"/>
                <a:sym typeface="Tahoma"/>
              </a:rPr>
              <a:t>RDDS</a:t>
            </a:r>
            <a:r>
              <a:rPr lang="en-US" sz="900">
                <a:solidFill>
                  <a:schemeClr val="dk1"/>
                </a:solidFill>
                <a:latin typeface="Tahoma"/>
                <a:ea typeface="Tahoma"/>
                <a:cs typeface="Tahoma"/>
                <a:sym typeface="Tahoma"/>
              </a:rPr>
              <a:t> PG #</a:t>
            </a:r>
            <a:r>
              <a:rPr lang="en-US" sz="900">
                <a:solidFill>
                  <a:schemeClr val="dk1"/>
                </a:solidFill>
                <a:latin typeface="Tahoma"/>
                <a:ea typeface="Tahoma"/>
                <a:cs typeface="Tahoma"/>
                <a:sym typeface="Tahoma"/>
              </a:rPr>
              <a:t>:</a:t>
            </a:r>
            <a:endParaRPr/>
          </a:p>
        </p:txBody>
      </p:sp>
      <p:sp>
        <p:nvSpPr>
          <p:cNvPr id="542" name="Google Shape;542;p28"/>
          <p:cNvSpPr txBox="1"/>
          <p:nvPr>
            <p:ph idx="5" type="body"/>
          </p:nvPr>
        </p:nvSpPr>
        <p:spPr>
          <a:xfrm>
            <a:off x="351363" y="1124894"/>
            <a:ext cx="2764371"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3" name="Google Shape;543;p28"/>
          <p:cNvSpPr txBox="1"/>
          <p:nvPr>
            <p:ph idx="6" type="body"/>
          </p:nvPr>
        </p:nvSpPr>
        <p:spPr>
          <a:xfrm>
            <a:off x="3755234" y="1124894"/>
            <a:ext cx="2510084" cy="230832"/>
          </a:xfrm>
          <a:prstGeom prst="rect">
            <a:avLst/>
          </a:prstGeom>
          <a:noFill/>
          <a:ln>
            <a:noFill/>
          </a:ln>
        </p:spPr>
        <p:txBody>
          <a:bodyPr anchorCtr="0" anchor="t" bIns="45700" lIns="45700" spcFirstLastPara="1" rIns="91425" wrap="square" tIns="45700">
            <a:spAutoFit/>
          </a:bodyPr>
          <a:lstStyle>
            <a:lvl1pPr indent="-228600" lvl="0" marL="457200" algn="l">
              <a:spcBef>
                <a:spcPts val="180"/>
              </a:spcBef>
              <a:spcAft>
                <a:spcPts val="0"/>
              </a:spcAft>
              <a:buClr>
                <a:schemeClr val="dk1"/>
              </a:buClr>
              <a:buSzPts val="900"/>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4" name="Google Shape;544;p28"/>
          <p:cNvSpPr txBox="1"/>
          <p:nvPr>
            <p:ph idx="7" type="body"/>
          </p:nvPr>
        </p:nvSpPr>
        <p:spPr>
          <a:xfrm>
            <a:off x="6843090" y="1124894"/>
            <a:ext cx="1387124" cy="230832"/>
          </a:xfrm>
          <a:prstGeom prst="rect">
            <a:avLst/>
          </a:prstGeom>
          <a:noFill/>
          <a:ln>
            <a:noFill/>
          </a:ln>
        </p:spPr>
        <p:txBody>
          <a:bodyPr anchorCtr="0" anchor="t" bIns="45700" lIns="45700" spcFirstLastPara="1" rIns="91425" wrap="square" tIns="45700">
            <a:spAutoFit/>
          </a:bodyPr>
          <a:lstStyle>
            <a:lvl1pPr indent="-228600" lvl="0" marL="457200" marR="0" algn="l">
              <a:lnSpc>
                <a:spcPct val="100000"/>
              </a:lnSpc>
              <a:spcBef>
                <a:spcPts val="180"/>
              </a:spcBef>
              <a:spcAft>
                <a:spcPts val="0"/>
              </a:spcAft>
              <a:buClr>
                <a:schemeClr val="dk1"/>
              </a:buClr>
              <a:buSzPts val="900"/>
              <a:buFont typeface="Arial"/>
              <a:buNone/>
              <a:defRPr sz="9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5" name="Google Shape;545;p28"/>
          <p:cNvSpPr txBox="1"/>
          <p:nvPr>
            <p:ph idx="8" type="body"/>
          </p:nvPr>
        </p:nvSpPr>
        <p:spPr>
          <a:xfrm>
            <a:off x="91310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6" name="Google Shape;546;p28"/>
          <p:cNvSpPr txBox="1"/>
          <p:nvPr>
            <p:ph idx="9" type="body"/>
          </p:nvPr>
        </p:nvSpPr>
        <p:spPr>
          <a:xfrm>
            <a:off x="10106128"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7" name="Google Shape;547;p28"/>
          <p:cNvSpPr txBox="1"/>
          <p:nvPr>
            <p:ph idx="13" type="body"/>
          </p:nvPr>
        </p:nvSpPr>
        <p:spPr>
          <a:xfrm>
            <a:off x="11085197"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8" name="Google Shape;548;p28"/>
          <p:cNvSpPr txBox="1"/>
          <p:nvPr>
            <p:ph idx="14" type="body"/>
          </p:nvPr>
        </p:nvSpPr>
        <p:spPr>
          <a:xfrm>
            <a:off x="91310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9" name="Google Shape;549;p28"/>
          <p:cNvSpPr txBox="1"/>
          <p:nvPr>
            <p:ph idx="15" type="body"/>
          </p:nvPr>
        </p:nvSpPr>
        <p:spPr>
          <a:xfrm>
            <a:off x="10106128"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0" name="Google Shape;550;p28"/>
          <p:cNvSpPr txBox="1"/>
          <p:nvPr>
            <p:ph idx="16" type="body"/>
          </p:nvPr>
        </p:nvSpPr>
        <p:spPr>
          <a:xfrm>
            <a:off x="11085197"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1" name="Google Shape;551;p28"/>
          <p:cNvSpPr txBox="1"/>
          <p:nvPr/>
        </p:nvSpPr>
        <p:spPr>
          <a:xfrm>
            <a:off x="110851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FY13</a:t>
            </a:r>
            <a:endParaRPr/>
          </a:p>
        </p:txBody>
      </p:sp>
      <p:sp>
        <p:nvSpPr>
          <p:cNvPr id="552" name="Google Shape;552;p28"/>
          <p:cNvSpPr txBox="1"/>
          <p:nvPr/>
        </p:nvSpPr>
        <p:spPr>
          <a:xfrm>
            <a:off x="10106128"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FY12</a:t>
            </a:r>
            <a:endParaRPr/>
          </a:p>
        </p:txBody>
      </p:sp>
      <p:sp>
        <p:nvSpPr>
          <p:cNvPr id="553" name="Google Shape;553;p28"/>
          <p:cNvSpPr txBox="1"/>
          <p:nvPr/>
        </p:nvSpPr>
        <p:spPr>
          <a:xfrm>
            <a:off x="9131097"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FY11</a:t>
            </a:r>
            <a:endParaRPr/>
          </a:p>
        </p:txBody>
      </p:sp>
      <p:sp>
        <p:nvSpPr>
          <p:cNvPr id="554" name="Google Shape;554;p28"/>
          <p:cNvSpPr txBox="1"/>
          <p:nvPr/>
        </p:nvSpPr>
        <p:spPr>
          <a:xfrm>
            <a:off x="8152193" y="709920"/>
            <a:ext cx="975360" cy="160044"/>
          </a:xfrm>
          <a:prstGeom prst="rect">
            <a:avLst/>
          </a:prstGeom>
          <a:noFill/>
          <a:ln>
            <a:noFill/>
          </a:ln>
        </p:spPr>
        <p:txBody>
          <a:bodyPr anchorCtr="0" anchor="t" bIns="18275" lIns="91425" spcFirstLastPara="1" rIns="91425" wrap="square" tIns="18275">
            <a:spAutoFit/>
          </a:bodyPr>
          <a:lstStyle/>
          <a:p>
            <a:pPr indent="0" lvl="0" marL="0" marR="0" rtl="0" algn="ctr">
              <a:spcBef>
                <a:spcPts val="0"/>
              </a:spcBef>
              <a:spcAft>
                <a:spcPts val="0"/>
              </a:spcAft>
              <a:buNone/>
            </a:pPr>
            <a:r>
              <a:rPr lang="en-US" sz="800">
                <a:solidFill>
                  <a:schemeClr val="dk1"/>
                </a:solidFill>
                <a:latin typeface="Tahoma"/>
                <a:ea typeface="Tahoma"/>
                <a:cs typeface="Tahoma"/>
                <a:sym typeface="Tahoma"/>
              </a:rPr>
              <a:t>PROJECT</a:t>
            </a:r>
            <a:endParaRPr/>
          </a:p>
        </p:txBody>
      </p:sp>
      <p:sp>
        <p:nvSpPr>
          <p:cNvPr id="555" name="Google Shape;555;p28"/>
          <p:cNvSpPr txBox="1"/>
          <p:nvPr>
            <p:ph idx="17" type="body"/>
          </p:nvPr>
        </p:nvSpPr>
        <p:spPr>
          <a:xfrm>
            <a:off x="8152193" y="118416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6" name="Google Shape;556;p28"/>
          <p:cNvSpPr txBox="1"/>
          <p:nvPr>
            <p:ph idx="18" type="body"/>
          </p:nvPr>
        </p:nvSpPr>
        <p:spPr>
          <a:xfrm>
            <a:off x="8152193" y="1020971"/>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7" name="Google Shape;557;p28"/>
          <p:cNvSpPr txBox="1"/>
          <p:nvPr>
            <p:ph idx="19" type="body"/>
          </p:nvPr>
        </p:nvSpPr>
        <p:spPr>
          <a:xfrm>
            <a:off x="9131097"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8" name="Google Shape;558;p28"/>
          <p:cNvSpPr txBox="1"/>
          <p:nvPr>
            <p:ph idx="20" type="body"/>
          </p:nvPr>
        </p:nvSpPr>
        <p:spPr>
          <a:xfrm>
            <a:off x="10106620"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9" name="Google Shape;559;p28"/>
          <p:cNvSpPr txBox="1"/>
          <p:nvPr>
            <p:ph idx="21" type="body"/>
          </p:nvPr>
        </p:nvSpPr>
        <p:spPr>
          <a:xfrm>
            <a:off x="11085689"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0" name="Google Shape;560;p28"/>
          <p:cNvSpPr txBox="1"/>
          <p:nvPr>
            <p:ph idx="22" type="body"/>
          </p:nvPr>
        </p:nvSpPr>
        <p:spPr>
          <a:xfrm>
            <a:off x="8152193" y="858973"/>
            <a:ext cx="975360" cy="160044"/>
          </a:xfrm>
          <a:prstGeom prst="rect">
            <a:avLst/>
          </a:prstGeom>
          <a:noFill/>
          <a:ln>
            <a:noFill/>
          </a:ln>
        </p:spPr>
        <p:txBody>
          <a:bodyPr anchorCtr="0" anchor="t" bIns="18275" lIns="91425" spcFirstLastPara="1" rIns="91425" wrap="square" tIns="18275">
            <a:spAutoFit/>
          </a:bodyPr>
          <a:lstStyle>
            <a:lvl1pPr indent="-228600" lvl="0" marL="457200" algn="ctr">
              <a:spcBef>
                <a:spcPts val="160"/>
              </a:spcBef>
              <a:spcAft>
                <a:spcPts val="0"/>
              </a:spcAft>
              <a:buClr>
                <a:schemeClr val="dk1"/>
              </a:buClr>
              <a:buSzPts val="800"/>
              <a:buNone/>
              <a:defRPr sz="800">
                <a:latin typeface="Tahoma"/>
                <a:ea typeface="Tahoma"/>
                <a:cs typeface="Tahoma"/>
                <a:sym typeface="Tahom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61" name="Google Shape;561;p28"/>
          <p:cNvCxnSpPr/>
          <p:nvPr/>
        </p:nvCxnSpPr>
        <p:spPr>
          <a:xfrm>
            <a:off x="0" y="1355726"/>
            <a:ext cx="12192000" cy="0"/>
          </a:xfrm>
          <a:prstGeom prst="straightConnector1">
            <a:avLst/>
          </a:prstGeom>
          <a:noFill/>
          <a:ln cap="flat" cmpd="sng" w="22225">
            <a:solidFill>
              <a:schemeClr val="dk1"/>
            </a:solidFill>
            <a:prstDash val="solid"/>
            <a:round/>
            <a:headEnd len="med" w="med" type="none"/>
            <a:tailEnd len="med" w="med" type="none"/>
          </a:ln>
        </p:spPr>
      </p:cxnSp>
      <p:sp>
        <p:nvSpPr>
          <p:cNvPr id="562" name="Google Shape;562;p28"/>
          <p:cNvSpPr txBox="1"/>
          <p:nvPr>
            <p:ph type="ctrTitle"/>
          </p:nvPr>
        </p:nvSpPr>
        <p:spPr>
          <a:xfrm>
            <a:off x="2159000" y="76202"/>
            <a:ext cx="8563429" cy="5790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Tahoma"/>
              <a:buNone/>
              <a:defRPr b="0" sz="20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3" name="Google Shape;563;p28"/>
          <p:cNvSpPr txBox="1"/>
          <p:nvPr>
            <p:ph idx="23" type="body"/>
          </p:nvPr>
        </p:nvSpPr>
        <p:spPr>
          <a:xfrm>
            <a:off x="2159001" y="587527"/>
            <a:ext cx="8562116" cy="390885"/>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360"/>
              </a:spcBef>
              <a:spcAft>
                <a:spcPts val="0"/>
              </a:spcAft>
              <a:buClr>
                <a:schemeClr val="dk1"/>
              </a:buClr>
              <a:buSzPts val="1800"/>
              <a:buFont typeface="Arial"/>
              <a:buNone/>
              <a:defRPr sz="18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Content_Vert">
  <p:cSld name="Title_and_Content_Vert">
    <p:spTree>
      <p:nvGrpSpPr>
        <p:cNvPr id="564" name="Shape 564"/>
        <p:cNvGrpSpPr/>
        <p:nvPr/>
      </p:nvGrpSpPr>
      <p:grpSpPr>
        <a:xfrm>
          <a:off x="0" y="0"/>
          <a:ext cx="0" cy="0"/>
          <a:chOff x="0" y="0"/>
          <a:chExt cx="0" cy="0"/>
        </a:xfrm>
      </p:grpSpPr>
      <p:sp>
        <p:nvSpPr>
          <p:cNvPr id="565" name="Google Shape;565;p29"/>
          <p:cNvSpPr txBox="1"/>
          <p:nvPr>
            <p:ph idx="1" type="body"/>
          </p:nvPr>
        </p:nvSpPr>
        <p:spPr>
          <a:xfrm rot="5400000">
            <a:off x="2603497" y="-1333497"/>
            <a:ext cx="6400803" cy="9525001"/>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atin typeface="Tahoma"/>
                <a:ea typeface="Tahoma"/>
                <a:cs typeface="Tahoma"/>
                <a:sym typeface="Tahoma"/>
              </a:defRPr>
            </a:lvl1pPr>
            <a:lvl2pPr indent="-330200" lvl="1" marL="914400" algn="l">
              <a:spcBef>
                <a:spcPts val="320"/>
              </a:spcBef>
              <a:spcAft>
                <a:spcPts val="0"/>
              </a:spcAft>
              <a:buClr>
                <a:schemeClr val="dk1"/>
              </a:buClr>
              <a:buSzPts val="1600"/>
              <a:buFont typeface="Arial"/>
              <a:buChar char="•"/>
              <a:defRPr sz="1600"/>
            </a:lvl2pPr>
            <a:lvl3pPr indent="-317500" lvl="2" marL="1371600" algn="l">
              <a:spcBef>
                <a:spcPts val="280"/>
              </a:spcBef>
              <a:spcAft>
                <a:spcPts val="0"/>
              </a:spcAft>
              <a:buClr>
                <a:schemeClr val="dk1"/>
              </a:buClr>
              <a:buSzPts val="1400"/>
              <a:buFont typeface="Arial"/>
              <a:buChar char="•"/>
              <a:defRPr sz="1400"/>
            </a:lvl3pPr>
            <a:lvl4pPr indent="-311150" lvl="3" marL="1828800" algn="l">
              <a:spcBef>
                <a:spcPts val="260"/>
              </a:spcBef>
              <a:spcAft>
                <a:spcPts val="0"/>
              </a:spcAft>
              <a:buClr>
                <a:schemeClr val="dk1"/>
              </a:buClr>
              <a:buSzPts val="1300"/>
              <a:buFont typeface="Arial"/>
              <a:buChar char="•"/>
              <a:defRPr sz="1300"/>
            </a:lvl4pPr>
            <a:lvl5pPr indent="-311150" lvl="4" marL="2286000" algn="l">
              <a:spcBef>
                <a:spcPts val="260"/>
              </a:spcBef>
              <a:spcAft>
                <a:spcPts val="0"/>
              </a:spcAft>
              <a:buClr>
                <a:schemeClr val="dk1"/>
              </a:buClr>
              <a:buSzPts val="1300"/>
              <a:buFont typeface="Arial"/>
              <a:buChar char="•"/>
              <a:defRPr sz="13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6" name="Google Shape;566;p29"/>
          <p:cNvSpPr txBox="1"/>
          <p:nvPr>
            <p:ph idx="11" type="ftr"/>
          </p:nvPr>
        </p:nvSpPr>
        <p:spPr>
          <a:xfrm rot="5400000">
            <a:off x="-2447443" y="3228446"/>
            <a:ext cx="5546817" cy="3979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7" name="Google Shape;567;p29"/>
          <p:cNvSpPr txBox="1"/>
          <p:nvPr>
            <p:ph idx="12" type="sldNum"/>
          </p:nvPr>
        </p:nvSpPr>
        <p:spPr>
          <a:xfrm rot="5400000">
            <a:off x="56713" y="6309160"/>
            <a:ext cx="530038" cy="38946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68" name="Google Shape;568;p29"/>
          <p:cNvSpPr txBox="1"/>
          <p:nvPr>
            <p:ph type="ctrTitle"/>
          </p:nvPr>
        </p:nvSpPr>
        <p:spPr>
          <a:xfrm rot="5400000">
            <a:off x="8999540" y="3582991"/>
            <a:ext cx="5191125" cy="901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2400"/>
              <a:buFont typeface="Tahoma"/>
              <a:buNone/>
              <a:defRPr b="0" sz="2400">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69" name="Google Shape;569;p29"/>
          <p:cNvCxnSpPr/>
          <p:nvPr/>
        </p:nvCxnSpPr>
        <p:spPr>
          <a:xfrm flipH="1">
            <a:off x="11022546" y="228601"/>
            <a:ext cx="2117" cy="6410325"/>
          </a:xfrm>
          <a:prstGeom prst="straightConnector1">
            <a:avLst/>
          </a:prstGeom>
          <a:noFill/>
          <a:ln cap="flat" cmpd="sng" w="22225">
            <a:solidFill>
              <a:srgbClr val="0F5E90"/>
            </a:solidFill>
            <a:prstDash val="solid"/>
            <a:round/>
            <a:headEnd len="med" w="med" type="none"/>
            <a:tailEnd len="med" w="med" type="none"/>
          </a:ln>
        </p:spPr>
      </p:cxnSp>
      <p:pic>
        <p:nvPicPr>
          <p:cNvPr id="570" name="Google Shape;570;p29"/>
          <p:cNvPicPr preferRelativeResize="0"/>
          <p:nvPr/>
        </p:nvPicPr>
        <p:blipFill rotWithShape="1">
          <a:blip r:embed="rId2">
            <a:alphaModFix/>
          </a:blip>
          <a:srcRect b="0" l="0" r="0" t="0"/>
          <a:stretch/>
        </p:blipFill>
        <p:spPr>
          <a:xfrm rot="5400000">
            <a:off x="11056250" y="264870"/>
            <a:ext cx="1085438" cy="8734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body"/>
          </p:nvPr>
        </p:nvSpPr>
        <p:spPr>
          <a:xfrm>
            <a:off x="508000" y="1219200"/>
            <a:ext cx="11176000" cy="5029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2pPr>
            <a:lvl3pPr indent="-330200" lvl="2" marL="1371600" marR="0" rtl="0" algn="l">
              <a:spcBef>
                <a:spcPts val="320"/>
              </a:spcBef>
              <a:spcAft>
                <a:spcPts val="0"/>
              </a:spcAft>
              <a:buClr>
                <a:schemeClr val="dk1"/>
              </a:buClr>
              <a:buSzPts val="1600"/>
              <a:buFont typeface="Arial"/>
              <a:buChar char="•"/>
              <a:defRPr b="0" i="0" sz="1600" u="none" cap="none" strike="noStrike">
                <a:solidFill>
                  <a:schemeClr val="dk1"/>
                </a:solidFill>
                <a:latin typeface="Tahoma"/>
                <a:ea typeface="Tahoma"/>
                <a:cs typeface="Tahoma"/>
                <a:sym typeface="Tahoma"/>
              </a:defRPr>
            </a:lvl3pPr>
            <a:lvl4pPr indent="-317500" lvl="3" marL="1828800" marR="0" rtl="0" algn="l">
              <a:spcBef>
                <a:spcPts val="28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11" name="Google Shape;11;p2"/>
          <p:cNvSpPr txBox="1"/>
          <p:nvPr>
            <p:ph idx="11" type="ftr"/>
          </p:nvPr>
        </p:nvSpPr>
        <p:spPr>
          <a:xfrm>
            <a:off x="1778000" y="6550026"/>
            <a:ext cx="8636000" cy="29845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98989"/>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2" name="Google Shape;12;p2"/>
          <p:cNvSpPr txBox="1"/>
          <p:nvPr>
            <p:ph idx="12" type="sldNum"/>
          </p:nvPr>
        </p:nvSpPr>
        <p:spPr>
          <a:xfrm>
            <a:off x="10803240" y="6553200"/>
            <a:ext cx="1016000" cy="292102"/>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98989"/>
                </a:solidFill>
                <a:latin typeface="Tahoma"/>
                <a:ea typeface="Tahoma"/>
                <a:cs typeface="Tahoma"/>
                <a:sym typeface="Tahoma"/>
              </a:defRPr>
            </a:lvl1pPr>
            <a:lvl2pPr indent="0" lvl="1" marL="0" marR="0" rtl="0" algn="r">
              <a:spcBef>
                <a:spcPts val="0"/>
              </a:spcBef>
              <a:buNone/>
              <a:defRPr b="0" i="0" sz="1200" u="none" cap="none" strike="noStrike">
                <a:solidFill>
                  <a:srgbClr val="898989"/>
                </a:solidFill>
                <a:latin typeface="Tahoma"/>
                <a:ea typeface="Tahoma"/>
                <a:cs typeface="Tahoma"/>
                <a:sym typeface="Tahoma"/>
              </a:defRPr>
            </a:lvl2pPr>
            <a:lvl3pPr indent="0" lvl="2" marL="0" marR="0" rtl="0" algn="r">
              <a:spcBef>
                <a:spcPts val="0"/>
              </a:spcBef>
              <a:buNone/>
              <a:defRPr b="0" i="0" sz="1200" u="none" cap="none" strike="noStrike">
                <a:solidFill>
                  <a:srgbClr val="898989"/>
                </a:solidFill>
                <a:latin typeface="Tahoma"/>
                <a:ea typeface="Tahoma"/>
                <a:cs typeface="Tahoma"/>
                <a:sym typeface="Tahoma"/>
              </a:defRPr>
            </a:lvl3pPr>
            <a:lvl4pPr indent="0" lvl="3" marL="0" marR="0" rtl="0" algn="r">
              <a:spcBef>
                <a:spcPts val="0"/>
              </a:spcBef>
              <a:buNone/>
              <a:defRPr b="0" i="0" sz="1200" u="none" cap="none" strike="noStrike">
                <a:solidFill>
                  <a:srgbClr val="898989"/>
                </a:solidFill>
                <a:latin typeface="Tahoma"/>
                <a:ea typeface="Tahoma"/>
                <a:cs typeface="Tahoma"/>
                <a:sym typeface="Tahoma"/>
              </a:defRPr>
            </a:lvl4pPr>
            <a:lvl5pPr indent="0" lvl="4" marL="0" marR="0" rtl="0" algn="r">
              <a:spcBef>
                <a:spcPts val="0"/>
              </a:spcBef>
              <a:buNone/>
              <a:defRPr b="0" i="0" sz="1200" u="none" cap="none" strike="noStrike">
                <a:solidFill>
                  <a:srgbClr val="898989"/>
                </a:solidFill>
                <a:latin typeface="Tahoma"/>
                <a:ea typeface="Tahoma"/>
                <a:cs typeface="Tahoma"/>
                <a:sym typeface="Tahoma"/>
              </a:defRPr>
            </a:lvl5pPr>
            <a:lvl6pPr indent="0" lvl="5" marL="0" marR="0" rtl="0" algn="r">
              <a:spcBef>
                <a:spcPts val="0"/>
              </a:spcBef>
              <a:buNone/>
              <a:defRPr b="0" i="0" sz="1200" u="none" cap="none" strike="noStrike">
                <a:solidFill>
                  <a:srgbClr val="898989"/>
                </a:solidFill>
                <a:latin typeface="Tahoma"/>
                <a:ea typeface="Tahoma"/>
                <a:cs typeface="Tahoma"/>
                <a:sym typeface="Tahoma"/>
              </a:defRPr>
            </a:lvl6pPr>
            <a:lvl7pPr indent="0" lvl="6" marL="0" marR="0" rtl="0" algn="r">
              <a:spcBef>
                <a:spcPts val="0"/>
              </a:spcBef>
              <a:buNone/>
              <a:defRPr b="0" i="0" sz="1200" u="none" cap="none" strike="noStrike">
                <a:solidFill>
                  <a:srgbClr val="898989"/>
                </a:solidFill>
                <a:latin typeface="Tahoma"/>
                <a:ea typeface="Tahoma"/>
                <a:cs typeface="Tahoma"/>
                <a:sym typeface="Tahoma"/>
              </a:defRPr>
            </a:lvl7pPr>
            <a:lvl8pPr indent="0" lvl="7" marL="0" marR="0" rtl="0" algn="r">
              <a:spcBef>
                <a:spcPts val="0"/>
              </a:spcBef>
              <a:buNone/>
              <a:defRPr b="0" i="0" sz="1200" u="none" cap="none" strike="noStrike">
                <a:solidFill>
                  <a:srgbClr val="898989"/>
                </a:solidFill>
                <a:latin typeface="Tahoma"/>
                <a:ea typeface="Tahoma"/>
                <a:cs typeface="Tahoma"/>
                <a:sym typeface="Tahoma"/>
              </a:defRPr>
            </a:lvl8pPr>
            <a:lvl9pPr indent="0" lvl="8" marL="0" marR="0" rtl="0" algn="r">
              <a:spcBef>
                <a:spcPts val="0"/>
              </a:spcBef>
              <a:buNone/>
              <a:defRPr b="0" i="0" sz="12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2"/>
          <p:cNvSpPr txBox="1"/>
          <p:nvPr>
            <p:ph type="title"/>
          </p:nvPr>
        </p:nvSpPr>
        <p:spPr>
          <a:xfrm>
            <a:off x="2163233" y="152400"/>
            <a:ext cx="9520767" cy="609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1"/>
              </a:buClr>
              <a:buSzPts val="2200"/>
              <a:buFont typeface="Tahoma"/>
              <a:buNone/>
              <a:defRPr b="0" i="0" sz="2200" u="none" cap="none" strike="noStrike">
                <a:solidFill>
                  <a:schemeClr val="dk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1"/>
          <p:cNvSpPr txBox="1"/>
          <p:nvPr/>
        </p:nvSpPr>
        <p:spPr>
          <a:xfrm>
            <a:off x="0" y="1345849"/>
            <a:ext cx="8022300" cy="1683600"/>
          </a:xfrm>
          <a:prstGeom prst="rect">
            <a:avLst/>
          </a:prstGeom>
          <a:solidFill>
            <a:srgbClr val="FFFFFF"/>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latin typeface="Tahoma"/>
                <a:ea typeface="Tahoma"/>
                <a:cs typeface="Tahoma"/>
                <a:sym typeface="Tahoma"/>
              </a:rPr>
              <a:t>Technical Description </a:t>
            </a:r>
            <a:endParaRPr b="1"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We are developing an AI-native platform for VLPI design and simulation that unifies symbolic reasoning, formal verification, surrogate modeling, and manufacturability constraints.</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The system supports hierarchical abstraction (device → circuit → system), ensuring early-stage design choices remain manufacturable.</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Enables layout-aware inference of fabrication tolerances, component reuse, and yield-aware optimization at scale.</a:t>
            </a:r>
            <a:endParaRPr b="1" i="0" sz="1100" u="sng" cap="none" strike="noStrike">
              <a:solidFill>
                <a:srgbClr val="000000"/>
              </a:solidFill>
              <a:latin typeface="Tahoma"/>
              <a:ea typeface="Tahoma"/>
              <a:cs typeface="Tahoma"/>
              <a:sym typeface="Tahoma"/>
            </a:endParaRPr>
          </a:p>
          <a:p>
            <a:pPr indent="0" lvl="0" marL="0" marR="0" rtl="0" algn="l">
              <a:spcBef>
                <a:spcPts val="0"/>
              </a:spcBef>
              <a:spcAft>
                <a:spcPts val="0"/>
              </a:spcAft>
              <a:buNone/>
            </a:pPr>
            <a:r>
              <a:rPr b="1" i="0" lang="en-US" sz="1100" u="sng" cap="none" strike="noStrike">
                <a:solidFill>
                  <a:srgbClr val="000000"/>
                </a:solidFill>
                <a:latin typeface="Tahoma"/>
                <a:ea typeface="Tahoma"/>
                <a:cs typeface="Tahoma"/>
                <a:sym typeface="Tahoma"/>
              </a:rPr>
              <a:t>Technical Advantages</a:t>
            </a:r>
            <a:r>
              <a:rPr b="1" i="0" lang="en-US" sz="1100" u="none" cap="none" strike="noStrike">
                <a:solidFill>
                  <a:srgbClr val="000000"/>
                </a:solidFill>
                <a:latin typeface="Tahoma"/>
                <a:ea typeface="Tahoma"/>
                <a:cs typeface="Tahoma"/>
                <a:sym typeface="Tahoma"/>
              </a:rPr>
              <a:t> </a:t>
            </a:r>
            <a:endParaRPr b="1" i="0" sz="1100" u="none" cap="none" strike="noStrike">
              <a:solidFill>
                <a:srgbClr val="000000"/>
              </a:solidFill>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Integrates formal verification and surrogate models for photonic circuit behaviors.</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Reduces costly tape-out iterations by catching manufacturability issues during design.</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Enables scalability to 100K+ component designs, orders of magnitude beyond current toolchains</a:t>
            </a:r>
            <a:endParaRPr sz="1100">
              <a:latin typeface="Tahoma"/>
              <a:ea typeface="Tahoma"/>
              <a:cs typeface="Tahoma"/>
              <a:sym typeface="Tahoma"/>
            </a:endParaRPr>
          </a:p>
          <a:p>
            <a:pPr indent="0" lvl="0" marL="457200" marR="0" rtl="0" algn="l">
              <a:spcBef>
                <a:spcPts val="0"/>
              </a:spcBef>
              <a:spcAft>
                <a:spcPts val="0"/>
              </a:spcAft>
              <a:buNone/>
            </a:pPr>
            <a:r>
              <a:t/>
            </a:r>
            <a:endParaRPr sz="1000">
              <a:latin typeface="Tahoma"/>
              <a:ea typeface="Tahoma"/>
              <a:cs typeface="Tahoma"/>
              <a:sym typeface="Tahoma"/>
            </a:endParaRPr>
          </a:p>
          <a:p>
            <a:pPr indent="0" lvl="0" marL="0" marR="0" rtl="0" algn="l">
              <a:spcBef>
                <a:spcPts val="0"/>
              </a:spcBef>
              <a:spcAft>
                <a:spcPts val="0"/>
              </a:spcAft>
              <a:buNone/>
            </a:pPr>
            <a:r>
              <a:t/>
            </a:r>
            <a:endParaRPr b="0" i="0" sz="1000" u="none" cap="none" strike="noStrike">
              <a:solidFill>
                <a:srgbClr val="000000"/>
              </a:solidFill>
              <a:latin typeface="Tahoma"/>
              <a:ea typeface="Tahoma"/>
              <a:cs typeface="Tahoma"/>
              <a:sym typeface="Tahoma"/>
            </a:endParaRPr>
          </a:p>
        </p:txBody>
      </p:sp>
      <p:sp>
        <p:nvSpPr>
          <p:cNvPr id="576" name="Google Shape;576;p1"/>
          <p:cNvSpPr txBox="1"/>
          <p:nvPr/>
        </p:nvSpPr>
        <p:spPr>
          <a:xfrm>
            <a:off x="4019552" y="3290895"/>
            <a:ext cx="4002600" cy="35631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sng" cap="none" strike="noStrike">
                <a:solidFill>
                  <a:schemeClr val="dk1"/>
                </a:solidFill>
                <a:latin typeface="Tahoma"/>
                <a:ea typeface="Tahoma"/>
                <a:cs typeface="Tahoma"/>
                <a:sym typeface="Tahoma"/>
              </a:rPr>
              <a:t>Business Model</a:t>
            </a:r>
            <a:endParaRPr b="0" i="0" sz="1100" u="none" cap="none" strike="noStrike">
              <a:solidFill>
                <a:schemeClr val="dk1"/>
              </a:solidFill>
              <a:latin typeface="Tahoma"/>
              <a:ea typeface="Tahoma"/>
              <a:cs typeface="Tahoma"/>
              <a:sym typeface="Tahoma"/>
            </a:endParaRPr>
          </a:p>
          <a:p>
            <a:pPr indent="0" lvl="0" marL="0" rtl="0" algn="l">
              <a:spcBef>
                <a:spcPts val="0"/>
              </a:spcBef>
              <a:spcAft>
                <a:spcPts val="0"/>
              </a:spcAft>
              <a:buNone/>
            </a:pPr>
            <a:r>
              <a:t/>
            </a:r>
            <a:endParaRPr sz="1100">
              <a:latin typeface="Tahoma"/>
              <a:ea typeface="Tahoma"/>
              <a:cs typeface="Tahoma"/>
              <a:sym typeface="Tahoma"/>
            </a:endParaRPr>
          </a:p>
          <a:p>
            <a:pPr indent="0" lvl="0" marL="0" rtl="0" algn="l">
              <a:spcBef>
                <a:spcPts val="0"/>
              </a:spcBef>
              <a:spcAft>
                <a:spcPts val="0"/>
              </a:spcAft>
              <a:buNone/>
            </a:pPr>
            <a:r>
              <a:rPr b="1" lang="en-US" sz="1100">
                <a:latin typeface="Tahoma"/>
                <a:ea typeface="Tahoma"/>
                <a:cs typeface="Tahoma"/>
                <a:sym typeface="Tahoma"/>
                <a:extLst>
                  <a:ext uri="http://customooxmlschemas.google.com/">
                    <go:slidesCustomData xmlns:go="http://customooxmlschemas.google.com/" textRoundtripDataId="0"/>
                  </a:ext>
                </a:extLst>
              </a:rPr>
              <a:t>Work to Date </a:t>
            </a:r>
            <a:endParaRPr b="1"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Built and integrated AI prototypes of AxToys (symbolic modeling), Model Builder (surrogate modeling), and PIC Circuit Designer (VV/UQ tools).</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Demonstrated feasibility on AI accelerator layouts.</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Implemented a closed-loop experimental validation pipeline using AX-measure with </a:t>
            </a:r>
            <a:r>
              <a:rPr lang="en-US" sz="1100">
                <a:latin typeface="Tahoma"/>
                <a:ea typeface="Tahoma"/>
                <a:cs typeface="Tahoma"/>
                <a:sym typeface="Tahoma"/>
              </a:rPr>
              <a:t>automatic</a:t>
            </a:r>
            <a:r>
              <a:rPr lang="en-US" sz="1100">
                <a:latin typeface="Tahoma"/>
                <a:ea typeface="Tahoma"/>
                <a:cs typeface="Tahoma"/>
                <a:sym typeface="Tahoma"/>
              </a:rPr>
              <a:t> probe station</a:t>
            </a:r>
            <a:r>
              <a:rPr lang="en-US" sz="1100">
                <a:latin typeface="Tahoma"/>
                <a:ea typeface="Tahoma"/>
                <a:cs typeface="Tahoma"/>
                <a:sym typeface="Tahoma"/>
              </a:rPr>
              <a:t>s.</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Implemented an agentic PIC Circuit Designer for constraint-aware layout optimization, leveraging formal methods to minimize footprint while enforcing routability and DRC constraints.</a:t>
            </a:r>
            <a:endParaRPr sz="1100">
              <a:latin typeface="Tahoma"/>
              <a:ea typeface="Tahoma"/>
              <a:cs typeface="Tahoma"/>
              <a:sym typeface="Tahoma"/>
            </a:endParaRPr>
          </a:p>
          <a:p>
            <a:pPr indent="0" lvl="0" marL="0" marR="0" rtl="0" algn="l">
              <a:spcBef>
                <a:spcPts val="0"/>
              </a:spcBef>
              <a:spcAft>
                <a:spcPts val="0"/>
              </a:spcAft>
              <a:buNone/>
            </a:pPr>
            <a:r>
              <a:t/>
            </a:r>
            <a:endParaRPr b="0" i="0" sz="900" u="none" cap="none" strike="noStrike">
              <a:solidFill>
                <a:schemeClr val="dk1"/>
              </a:solidFill>
              <a:latin typeface="Tahoma"/>
              <a:ea typeface="Tahoma"/>
              <a:cs typeface="Tahoma"/>
              <a:sym typeface="Tahoma"/>
            </a:endParaRPr>
          </a:p>
        </p:txBody>
      </p:sp>
      <p:sp>
        <p:nvSpPr>
          <p:cNvPr id="577" name="Google Shape;577;p1"/>
          <p:cNvSpPr txBox="1"/>
          <p:nvPr/>
        </p:nvSpPr>
        <p:spPr>
          <a:xfrm>
            <a:off x="3273751" y="116401"/>
            <a:ext cx="9023700" cy="836700"/>
          </a:xfrm>
          <a:prstGeom prst="rect">
            <a:avLst/>
          </a:prstGeom>
          <a:noFill/>
          <a:ln>
            <a:noFill/>
          </a:ln>
        </p:spPr>
        <p:txBody>
          <a:bodyPr anchorCtr="0" anchor="ctr" bIns="45700" lIns="91425" spcFirstLastPara="1" rIns="91425" wrap="square" tIns="45700">
            <a:noAutofit/>
          </a:bodyPr>
          <a:lstStyle/>
          <a:p>
            <a:pPr indent="0" lvl="0" marL="457200" rtl="0" algn="ctr">
              <a:spcBef>
                <a:spcPts val="0"/>
              </a:spcBef>
              <a:spcAft>
                <a:spcPts val="0"/>
              </a:spcAft>
              <a:buClr>
                <a:schemeClr val="dk1"/>
              </a:buClr>
              <a:buSzPts val="1100"/>
              <a:buFont typeface="Arial"/>
              <a:buNone/>
            </a:pPr>
            <a:r>
              <a:rPr b="1" lang="en-US" sz="2300">
                <a:solidFill>
                  <a:srgbClr val="1D1C1D"/>
                </a:solidFill>
                <a:highlight>
                  <a:srgbClr val="FFFFFF"/>
                </a:highlight>
                <a:latin typeface="Tahoma"/>
                <a:ea typeface="Tahoma"/>
                <a:cs typeface="Tahoma"/>
                <a:sym typeface="Tahoma"/>
              </a:rPr>
              <a:t>AI-driven co-design and verification for very large-scale photonic integrated circuits (VLPI)</a:t>
            </a:r>
            <a:br>
              <a:rPr b="1" lang="en-US" sz="2300">
                <a:solidFill>
                  <a:srgbClr val="1D1C1D"/>
                </a:solidFill>
                <a:highlight>
                  <a:srgbClr val="FFFFFF"/>
                </a:highlight>
                <a:latin typeface="Tahoma"/>
                <a:ea typeface="Tahoma"/>
                <a:cs typeface="Tahoma"/>
                <a:sym typeface="Tahoma"/>
              </a:rPr>
            </a:br>
            <a:endParaRPr b="1" sz="2300">
              <a:latin typeface="Tahoma"/>
              <a:ea typeface="Tahoma"/>
              <a:cs typeface="Tahoma"/>
              <a:sym typeface="Tahoma"/>
            </a:endParaRPr>
          </a:p>
        </p:txBody>
      </p:sp>
      <p:sp>
        <p:nvSpPr>
          <p:cNvPr id="578" name="Google Shape;578;p1"/>
          <p:cNvSpPr/>
          <p:nvPr/>
        </p:nvSpPr>
        <p:spPr>
          <a:xfrm>
            <a:off x="8022209" y="3228107"/>
            <a:ext cx="4016211" cy="3239360"/>
          </a:xfrm>
          <a:prstGeom prst="rect">
            <a:avLst/>
          </a:prstGeom>
          <a:solidFill>
            <a:schemeClr val="lt1"/>
          </a:solid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579" name="Google Shape;579;p1"/>
          <p:cNvSpPr txBox="1"/>
          <p:nvPr>
            <p:ph idx="4294967295" type="ftr"/>
          </p:nvPr>
        </p:nvSpPr>
        <p:spPr>
          <a:xfrm>
            <a:off x="1" y="6441877"/>
            <a:ext cx="12038400" cy="485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700">
                <a:solidFill>
                  <a:srgbClr val="7F7F7F"/>
                </a:solidFill>
              </a:rPr>
              <a:t>This research was developed with funding from the Defense Advanced Research Projects Agency (DARPA). The views, opinions and/or findings expressed are those of the author(s) and should not be interpreted as representing the official views or policies of the Department of Defense or the U.S. Government. (Distribution Statement “A” (Approved for Public Release, Distribution Unlimited)</a:t>
            </a:r>
            <a:endParaRPr sz="700">
              <a:solidFill>
                <a:srgbClr val="7F7F7F"/>
              </a:solidFill>
              <a:latin typeface="Calibri"/>
              <a:ea typeface="Calibri"/>
              <a:cs typeface="Calibri"/>
              <a:sym typeface="Calibri"/>
            </a:endParaRPr>
          </a:p>
        </p:txBody>
      </p:sp>
      <p:sp>
        <p:nvSpPr>
          <p:cNvPr id="580" name="Google Shape;580;p1"/>
          <p:cNvSpPr txBox="1"/>
          <p:nvPr/>
        </p:nvSpPr>
        <p:spPr>
          <a:xfrm>
            <a:off x="266700" y="3281150"/>
            <a:ext cx="3584700" cy="2818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latin typeface="Tahoma"/>
                <a:ea typeface="Tahoma"/>
                <a:cs typeface="Tahoma"/>
                <a:sym typeface="Tahoma"/>
              </a:rPr>
              <a:t>An</a:t>
            </a:r>
            <a:r>
              <a:rPr b="1" lang="en-US" sz="1100">
                <a:latin typeface="Tahoma"/>
                <a:ea typeface="Tahoma"/>
                <a:cs typeface="Tahoma"/>
                <a:sym typeface="Tahoma"/>
              </a:rPr>
              <a:t>ticipated Benefits and Applications</a:t>
            </a:r>
            <a:endParaRPr b="1" sz="1100">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b="1" lang="en-US" sz="1100">
                <a:latin typeface="Tahoma"/>
                <a:ea typeface="Tahoma"/>
                <a:cs typeface="Tahoma"/>
                <a:sym typeface="Tahoma"/>
              </a:rPr>
              <a:t>Gov’t or DoD:</a:t>
            </a:r>
            <a:endParaRPr b="1"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Enables trusted, onshore production of photonic AI hardware for sensing, comms, and neuromorphic applications.</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Reduces development cycles for secure, radiation-hardened photonic components.</a:t>
            </a:r>
            <a:br>
              <a:rPr lang="en-US" sz="1100">
                <a:latin typeface="Tahoma"/>
                <a:ea typeface="Tahoma"/>
                <a:cs typeface="Tahoma"/>
                <a:sym typeface="Tahoma"/>
              </a:rPr>
            </a:br>
            <a:endParaRPr sz="1100">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b="1" lang="en-US" sz="1100">
                <a:latin typeface="Tahoma"/>
                <a:ea typeface="Tahoma"/>
                <a:cs typeface="Tahoma"/>
                <a:sym typeface="Tahoma"/>
              </a:rPr>
              <a:t>Commercial:</a:t>
            </a:r>
            <a:endParaRPr b="1"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Useful for foundries, AI chip startups, and hyperscalers adopting PICs for data centers, AR/VR, and quantum interconnects.</a:t>
            </a:r>
            <a:endParaRPr sz="1100">
              <a:latin typeface="Tahoma"/>
              <a:ea typeface="Tahoma"/>
              <a:cs typeface="Tahoma"/>
              <a:sym typeface="Tahoma"/>
            </a:endParaRPr>
          </a:p>
          <a:p>
            <a:pPr indent="-298450" lvl="0" marL="457200" rtl="0" algn="l">
              <a:spcBef>
                <a:spcPts val="0"/>
              </a:spcBef>
              <a:spcAft>
                <a:spcPts val="0"/>
              </a:spcAft>
              <a:buSzPts val="1100"/>
              <a:buFont typeface="Tahoma"/>
              <a:buChar char="●"/>
            </a:pPr>
            <a:r>
              <a:rPr lang="en-US" sz="1100">
                <a:latin typeface="Tahoma"/>
                <a:ea typeface="Tahoma"/>
                <a:cs typeface="Tahoma"/>
                <a:sym typeface="Tahoma"/>
              </a:rPr>
              <a:t>Accelerates time-to-market and improves performance/yield for complex photonic systems.</a:t>
            </a:r>
            <a:endParaRPr sz="1100">
              <a:solidFill>
                <a:schemeClr val="dk1"/>
              </a:solidFill>
              <a:latin typeface="Tahoma"/>
              <a:ea typeface="Tahoma"/>
              <a:cs typeface="Tahoma"/>
              <a:sym typeface="Tahoma"/>
            </a:endParaRPr>
          </a:p>
          <a:p>
            <a:pPr indent="0" lvl="0" marL="457200" marR="0" rtl="0" algn="l">
              <a:spcBef>
                <a:spcPts val="0"/>
              </a:spcBef>
              <a:spcAft>
                <a:spcPts val="0"/>
              </a:spcAft>
              <a:buNone/>
            </a:pPr>
            <a:r>
              <a:t/>
            </a:r>
            <a:endParaRPr sz="1000">
              <a:latin typeface="Tahoma"/>
              <a:ea typeface="Tahoma"/>
              <a:cs typeface="Tahoma"/>
              <a:sym typeface="Tahoma"/>
            </a:endParaRPr>
          </a:p>
          <a:p>
            <a:pPr indent="0" lvl="0" marL="0" marR="0" rtl="0" algn="l">
              <a:spcBef>
                <a:spcPts val="0"/>
              </a:spcBef>
              <a:spcAft>
                <a:spcPts val="0"/>
              </a:spcAft>
              <a:buNone/>
            </a:pPr>
            <a:r>
              <a:t/>
            </a:r>
            <a:endParaRPr b="1" sz="1000">
              <a:solidFill>
                <a:srgbClr val="000000"/>
              </a:solidFill>
              <a:latin typeface="Tahoma"/>
              <a:ea typeface="Tahoma"/>
              <a:cs typeface="Tahoma"/>
              <a:sym typeface="Tahoma"/>
            </a:endParaRPr>
          </a:p>
        </p:txBody>
      </p:sp>
      <p:sp>
        <p:nvSpPr>
          <p:cNvPr id="581" name="Google Shape;581;p1"/>
          <p:cNvSpPr txBox="1"/>
          <p:nvPr/>
        </p:nvSpPr>
        <p:spPr>
          <a:xfrm>
            <a:off x="8228064" y="1532197"/>
            <a:ext cx="4376400" cy="15546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lang="en-US" sz="1000">
                <a:solidFill>
                  <a:srgbClr val="000000"/>
                </a:solidFill>
                <a:latin typeface="Tahoma"/>
                <a:ea typeface="Tahoma"/>
                <a:cs typeface="Tahoma"/>
                <a:sym typeface="Tahoma"/>
              </a:rPr>
              <a:t>Firm Name: </a:t>
            </a:r>
            <a:r>
              <a:rPr lang="en-US" sz="1000">
                <a:solidFill>
                  <a:srgbClr val="000000"/>
                </a:solidFill>
                <a:latin typeface="Tahoma"/>
                <a:ea typeface="Tahoma"/>
                <a:cs typeface="Tahoma"/>
                <a:sym typeface="Tahoma"/>
              </a:rPr>
              <a:t>Axiomatic_AI </a:t>
            </a:r>
            <a:endParaRPr/>
          </a:p>
          <a:p>
            <a:pPr indent="0" lvl="0" marL="0" marR="0" rtl="0" algn="l">
              <a:lnSpc>
                <a:spcPct val="90000"/>
              </a:lnSpc>
              <a:spcBef>
                <a:spcPts val="0"/>
              </a:spcBef>
              <a:spcAft>
                <a:spcPts val="0"/>
              </a:spcAft>
              <a:buNone/>
            </a:pPr>
            <a:r>
              <a:rPr b="1" lang="en-US" sz="1000">
                <a:solidFill>
                  <a:srgbClr val="000000"/>
                </a:solidFill>
                <a:latin typeface="Tahoma"/>
                <a:ea typeface="Tahoma"/>
                <a:cs typeface="Tahoma"/>
                <a:sym typeface="Tahoma"/>
              </a:rPr>
              <a:t>Address: </a:t>
            </a:r>
            <a:r>
              <a:rPr lang="en-US" sz="1000">
                <a:solidFill>
                  <a:srgbClr val="000000"/>
                </a:solidFill>
                <a:latin typeface="Tahoma"/>
                <a:ea typeface="Tahoma"/>
                <a:cs typeface="Tahoma"/>
                <a:sym typeface="Tahoma"/>
              </a:rPr>
              <a:t>1</a:t>
            </a:r>
            <a:r>
              <a:rPr lang="en-US" sz="1000">
                <a:solidFill>
                  <a:srgbClr val="000000"/>
                </a:solidFill>
                <a:latin typeface="Tahoma"/>
                <a:ea typeface="Tahoma"/>
                <a:cs typeface="Tahoma"/>
                <a:sym typeface="Tahoma"/>
                <a:extLst>
                  <a:ext uri="http://customooxmlschemas.google.com/">
                    <go:slidesCustomData xmlns:go="http://customooxmlschemas.google.com/" textRoundtripDataId="1"/>
                  </a:ext>
                </a:extLst>
              </a:rPr>
              <a:t>16 Pleasant Street, #3 Brookline, MA 02446</a:t>
            </a:r>
            <a:endParaRPr/>
          </a:p>
          <a:p>
            <a:pPr indent="0" lvl="0" marL="0" marR="0" rtl="0" algn="l">
              <a:lnSpc>
                <a:spcPct val="90000"/>
              </a:lnSpc>
              <a:spcBef>
                <a:spcPts val="0"/>
              </a:spcBef>
              <a:spcAft>
                <a:spcPts val="0"/>
              </a:spcAft>
              <a:buNone/>
            </a:pPr>
            <a:r>
              <a:rPr b="1" lang="en-US" sz="1000">
                <a:solidFill>
                  <a:srgbClr val="000000"/>
                </a:solidFill>
                <a:latin typeface="Tahoma"/>
                <a:ea typeface="Tahoma"/>
                <a:cs typeface="Tahoma"/>
                <a:sym typeface="Tahoma"/>
              </a:rPr>
              <a:t>Point of Contact: </a:t>
            </a:r>
            <a:r>
              <a:rPr lang="en-US" sz="1000">
                <a:solidFill>
                  <a:schemeClr val="dk1"/>
                </a:solidFill>
                <a:latin typeface="Tahoma"/>
                <a:ea typeface="Tahoma"/>
                <a:cs typeface="Tahoma"/>
                <a:sym typeface="Tahoma"/>
              </a:rPr>
              <a:t>Benjamin Breen</a:t>
            </a:r>
            <a:endParaRPr/>
          </a:p>
          <a:p>
            <a:pPr indent="0" lvl="0" marL="0" marR="0" rtl="0" algn="l">
              <a:lnSpc>
                <a:spcPct val="90000"/>
              </a:lnSpc>
              <a:spcBef>
                <a:spcPts val="0"/>
              </a:spcBef>
              <a:spcAft>
                <a:spcPts val="0"/>
              </a:spcAft>
              <a:buNone/>
            </a:pPr>
            <a:r>
              <a:rPr b="1" lang="en-US" sz="1000">
                <a:solidFill>
                  <a:srgbClr val="000000"/>
                </a:solidFill>
                <a:latin typeface="Tahoma"/>
                <a:ea typeface="Tahoma"/>
                <a:cs typeface="Tahoma"/>
                <a:sym typeface="Tahoma"/>
              </a:rPr>
              <a:t>E-mail: </a:t>
            </a:r>
            <a:r>
              <a:rPr lang="en-US" sz="1000">
                <a:solidFill>
                  <a:srgbClr val="000000"/>
                </a:solidFill>
                <a:latin typeface="Tahoma"/>
                <a:ea typeface="Tahoma"/>
                <a:cs typeface="Tahoma"/>
                <a:sym typeface="Tahoma"/>
              </a:rPr>
              <a:t>ben@axiomatic-ai.com</a:t>
            </a:r>
            <a:endParaRPr/>
          </a:p>
          <a:p>
            <a:pPr indent="0" lvl="0" marL="0" marR="0" rtl="0" algn="l">
              <a:lnSpc>
                <a:spcPct val="90000"/>
              </a:lnSpc>
              <a:spcBef>
                <a:spcPts val="0"/>
              </a:spcBef>
              <a:spcAft>
                <a:spcPts val="0"/>
              </a:spcAft>
              <a:buNone/>
            </a:pPr>
            <a:r>
              <a:rPr b="1" lang="en-US" sz="1000">
                <a:solidFill>
                  <a:srgbClr val="000000"/>
                </a:solidFill>
                <a:latin typeface="Tahoma"/>
                <a:ea typeface="Tahoma"/>
                <a:cs typeface="Tahoma"/>
                <a:sym typeface="Tahoma"/>
              </a:rPr>
              <a:t>Tel: </a:t>
            </a:r>
            <a:r>
              <a:rPr lang="en-US" sz="1000">
                <a:solidFill>
                  <a:srgbClr val="000000"/>
                </a:solidFill>
                <a:latin typeface="Tahoma"/>
                <a:ea typeface="Tahoma"/>
                <a:cs typeface="Tahoma"/>
                <a:sym typeface="Tahoma"/>
              </a:rPr>
              <a:t>(508) 261-5992‬</a:t>
            </a:r>
            <a:endParaRPr/>
          </a:p>
          <a:p>
            <a:pPr indent="0" lvl="0" marL="0" marR="0" rtl="0" algn="l">
              <a:spcBef>
                <a:spcPts val="0"/>
              </a:spcBef>
              <a:spcAft>
                <a:spcPts val="0"/>
              </a:spcAft>
              <a:buNone/>
            </a:pPr>
            <a:r>
              <a:rPr b="1" lang="en-US" sz="1000">
                <a:solidFill>
                  <a:srgbClr val="000000"/>
                </a:solidFill>
                <a:latin typeface="Tahoma"/>
                <a:ea typeface="Tahoma"/>
                <a:cs typeface="Tahoma"/>
                <a:sym typeface="Tahoma"/>
              </a:rPr>
              <a:t>Topic No.: </a:t>
            </a:r>
            <a:br>
              <a:rPr b="1" lang="en-US" sz="1000">
                <a:solidFill>
                  <a:srgbClr val="000000"/>
                </a:solidFill>
                <a:latin typeface="Tahoma"/>
                <a:ea typeface="Tahoma"/>
                <a:cs typeface="Tahoma"/>
                <a:sym typeface="Tahoma"/>
              </a:rPr>
            </a:br>
            <a:r>
              <a:rPr b="1" lang="en-US" sz="1000">
                <a:solidFill>
                  <a:srgbClr val="000000"/>
                </a:solidFill>
                <a:latin typeface="Tahoma"/>
                <a:ea typeface="Tahoma"/>
                <a:cs typeface="Tahoma"/>
                <a:sym typeface="Tahoma"/>
              </a:rPr>
              <a:t>Contract No.:</a:t>
            </a:r>
            <a:br>
              <a:rPr b="1" lang="en-US" sz="1000">
                <a:solidFill>
                  <a:srgbClr val="000000"/>
                </a:solidFill>
                <a:latin typeface="Tahoma"/>
                <a:ea typeface="Tahoma"/>
                <a:cs typeface="Tahoma"/>
                <a:sym typeface="Tahoma"/>
              </a:rPr>
            </a:br>
            <a:r>
              <a:rPr b="1" lang="en-US" sz="1000">
                <a:solidFill>
                  <a:srgbClr val="000000"/>
                </a:solidFill>
                <a:latin typeface="Tahoma"/>
                <a:ea typeface="Tahoma"/>
                <a:cs typeface="Tahoma"/>
                <a:sym typeface="Tahoma"/>
              </a:rPr>
              <a:t>DARPA PM / Tech Office: </a:t>
            </a:r>
            <a:br>
              <a:rPr b="1" lang="en-US" sz="1000">
                <a:solidFill>
                  <a:srgbClr val="17375E"/>
                </a:solidFill>
                <a:latin typeface="Tahoma"/>
                <a:ea typeface="Tahoma"/>
                <a:cs typeface="Tahoma"/>
                <a:sym typeface="Tahoma"/>
              </a:rPr>
            </a:br>
            <a:r>
              <a:rPr b="1" lang="en-US" sz="1000">
                <a:solidFill>
                  <a:srgbClr val="000000"/>
                </a:solidFill>
                <a:latin typeface="Tahoma"/>
                <a:ea typeface="Tahoma"/>
                <a:cs typeface="Tahoma"/>
                <a:sym typeface="Tahoma"/>
              </a:rPr>
              <a:t>Transition Team: </a:t>
            </a:r>
            <a:r>
              <a:rPr lang="en-US" sz="1000">
                <a:solidFill>
                  <a:schemeClr val="dk1"/>
                </a:solidFill>
                <a:latin typeface="Tahoma"/>
                <a:ea typeface="Tahoma"/>
                <a:cs typeface="Tahoma"/>
                <a:sym typeface="Tahoma"/>
              </a:rPr>
              <a:t>TCSP@darpa.mil</a:t>
            </a:r>
            <a:br>
              <a:rPr lang="en-US" sz="1000">
                <a:solidFill>
                  <a:srgbClr val="000000"/>
                </a:solidFill>
                <a:latin typeface="Tahoma"/>
                <a:ea typeface="Tahoma"/>
                <a:cs typeface="Tahoma"/>
                <a:sym typeface="Tahoma"/>
              </a:rPr>
            </a:br>
            <a:endParaRPr sz="1000">
              <a:solidFill>
                <a:schemeClr val="dk1"/>
              </a:solidFill>
              <a:latin typeface="Tahoma"/>
              <a:ea typeface="Tahoma"/>
              <a:cs typeface="Tahoma"/>
              <a:sym typeface="Tahoma"/>
            </a:endParaRPr>
          </a:p>
        </p:txBody>
      </p:sp>
      <p:cxnSp>
        <p:nvCxnSpPr>
          <p:cNvPr id="582" name="Google Shape;582;p1"/>
          <p:cNvCxnSpPr/>
          <p:nvPr/>
        </p:nvCxnSpPr>
        <p:spPr>
          <a:xfrm>
            <a:off x="219075" y="3129640"/>
            <a:ext cx="11706300" cy="0"/>
          </a:xfrm>
          <a:prstGeom prst="straightConnector1">
            <a:avLst/>
          </a:prstGeom>
          <a:noFill/>
          <a:ln cap="flat" cmpd="sng" w="22225">
            <a:solidFill>
              <a:schemeClr val="dk1"/>
            </a:solidFill>
            <a:prstDash val="solid"/>
            <a:round/>
            <a:headEnd len="med" w="med" type="none"/>
            <a:tailEnd len="med" w="med" type="none"/>
          </a:ln>
        </p:spPr>
      </p:cxnSp>
      <p:cxnSp>
        <p:nvCxnSpPr>
          <p:cNvPr id="583" name="Google Shape;583;p1"/>
          <p:cNvCxnSpPr/>
          <p:nvPr/>
        </p:nvCxnSpPr>
        <p:spPr>
          <a:xfrm>
            <a:off x="3851351" y="3097815"/>
            <a:ext cx="0" cy="3520348"/>
          </a:xfrm>
          <a:prstGeom prst="straightConnector1">
            <a:avLst/>
          </a:prstGeom>
          <a:noFill/>
          <a:ln cap="flat" cmpd="sng" w="22225">
            <a:solidFill>
              <a:schemeClr val="dk1"/>
            </a:solidFill>
            <a:prstDash val="solid"/>
            <a:round/>
            <a:headEnd len="med" w="med" type="none"/>
            <a:tailEnd len="med" w="med" type="none"/>
          </a:ln>
        </p:spPr>
      </p:cxnSp>
      <p:cxnSp>
        <p:nvCxnSpPr>
          <p:cNvPr id="584" name="Google Shape;584;p1"/>
          <p:cNvCxnSpPr/>
          <p:nvPr/>
        </p:nvCxnSpPr>
        <p:spPr>
          <a:xfrm>
            <a:off x="8136216" y="1350458"/>
            <a:ext cx="0" cy="1683579"/>
          </a:xfrm>
          <a:prstGeom prst="straightConnector1">
            <a:avLst/>
          </a:prstGeom>
          <a:noFill/>
          <a:ln cap="flat" cmpd="sng" w="22225">
            <a:solidFill>
              <a:schemeClr val="dk1"/>
            </a:solidFill>
            <a:prstDash val="solid"/>
            <a:round/>
            <a:headEnd len="med" w="med" type="none"/>
            <a:tailEnd len="med" w="med" type="none"/>
          </a:ln>
        </p:spPr>
      </p:cxnSp>
      <p:cxnSp>
        <p:nvCxnSpPr>
          <p:cNvPr id="585" name="Google Shape;585;p1"/>
          <p:cNvCxnSpPr/>
          <p:nvPr/>
        </p:nvCxnSpPr>
        <p:spPr>
          <a:xfrm>
            <a:off x="219075" y="728802"/>
            <a:ext cx="11706217" cy="0"/>
          </a:xfrm>
          <a:prstGeom prst="straightConnector1">
            <a:avLst/>
          </a:prstGeom>
          <a:noFill/>
          <a:ln cap="flat" cmpd="sng" w="22225">
            <a:solidFill>
              <a:schemeClr val="dk1"/>
            </a:solidFill>
            <a:prstDash val="solid"/>
            <a:round/>
            <a:headEnd len="med" w="med" type="none"/>
            <a:tailEnd len="med" w="med" type="none"/>
          </a:ln>
        </p:spPr>
      </p:cxnSp>
      <p:sp>
        <p:nvSpPr>
          <p:cNvPr id="586" name="Google Shape;586;p1"/>
          <p:cNvSpPr/>
          <p:nvPr/>
        </p:nvSpPr>
        <p:spPr>
          <a:xfrm>
            <a:off x="219075" y="770526"/>
            <a:ext cx="11706300" cy="579900"/>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400">
                <a:solidFill>
                  <a:schemeClr val="lt1"/>
                </a:solidFill>
                <a:latin typeface="Calibri"/>
                <a:ea typeface="Calibri"/>
                <a:cs typeface="Calibri"/>
                <a:sym typeface="Calibri"/>
              </a:rPr>
              <a:t>Challenge(s):</a:t>
            </a:r>
            <a:r>
              <a:rPr b="1" lang="en-US" sz="1100">
                <a:solidFill>
                  <a:schemeClr val="lt1"/>
                </a:solidFill>
                <a:latin typeface="Calibri"/>
                <a:ea typeface="Calibri"/>
                <a:cs typeface="Calibri"/>
                <a:sym typeface="Calibri"/>
              </a:rPr>
              <a:t> </a:t>
            </a:r>
            <a:r>
              <a:rPr b="1" lang="en-US" sz="1200">
                <a:solidFill>
                  <a:schemeClr val="lt1"/>
                </a:solidFill>
                <a:latin typeface="Tahoma"/>
                <a:ea typeface="Tahoma"/>
                <a:cs typeface="Tahoma"/>
                <a:sym typeface="Tahoma"/>
              </a:rPr>
              <a:t>Current VLPI design flows fail to anticipate manufacturing constraints, leading to costly redesign cycles and suboptimal layouts.</a:t>
            </a:r>
            <a:endParaRPr b="1" sz="1200">
              <a:solidFill>
                <a:schemeClr val="lt1"/>
              </a:solidFill>
              <a:latin typeface="Tahoma"/>
              <a:ea typeface="Tahoma"/>
              <a:cs typeface="Tahoma"/>
              <a:sym typeface="Tahoma"/>
            </a:endParaRPr>
          </a:p>
          <a:p>
            <a:pPr indent="0" lvl="0" marL="0" rtl="0" algn="just">
              <a:spcBef>
                <a:spcPts val="0"/>
              </a:spcBef>
              <a:spcAft>
                <a:spcPts val="0"/>
              </a:spcAft>
              <a:buClr>
                <a:schemeClr val="dk1"/>
              </a:buClr>
              <a:buSzPts val="1100"/>
              <a:buFont typeface="Arial"/>
              <a:buNone/>
            </a:pPr>
            <a:r>
              <a:rPr b="1" lang="en-US" sz="1200">
                <a:solidFill>
                  <a:schemeClr val="lt1"/>
                </a:solidFill>
                <a:latin typeface="Tahoma"/>
                <a:ea typeface="Tahoma"/>
                <a:cs typeface="Tahoma"/>
                <a:sym typeface="Tahoma"/>
              </a:rPr>
              <a:t>Lack of scalable simulation tools for Very Large Photonic Integrated Circuits (VLPI) limits chip-level co-design and system-level optimization.</a:t>
            </a:r>
            <a:endParaRPr b="1" sz="1200">
              <a:solidFill>
                <a:schemeClr val="lt1"/>
              </a:solidFill>
              <a:latin typeface="Tahoma"/>
              <a:ea typeface="Tahoma"/>
              <a:cs typeface="Tahoma"/>
              <a:sym typeface="Tahoma"/>
            </a:endParaRPr>
          </a:p>
          <a:p>
            <a:pPr indent="0" lvl="0" marL="0" marR="0" rtl="0" algn="just">
              <a:spcBef>
                <a:spcPts val="0"/>
              </a:spcBef>
              <a:spcAft>
                <a:spcPts val="0"/>
              </a:spcAft>
              <a:buNone/>
            </a:pPr>
            <a:r>
              <a:t/>
            </a:r>
            <a:endParaRPr b="1" sz="1100">
              <a:solidFill>
                <a:schemeClr val="lt1"/>
              </a:solidFill>
              <a:latin typeface="Calibri"/>
              <a:ea typeface="Calibri"/>
              <a:cs typeface="Calibri"/>
              <a:sym typeface="Calibri"/>
            </a:endParaRPr>
          </a:p>
        </p:txBody>
      </p:sp>
      <p:pic>
        <p:nvPicPr>
          <p:cNvPr id="587" name="Google Shape;587;p1"/>
          <p:cNvPicPr preferRelativeResize="0"/>
          <p:nvPr/>
        </p:nvPicPr>
        <p:blipFill>
          <a:blip r:embed="rId4">
            <a:alphaModFix/>
          </a:blip>
          <a:stretch>
            <a:fillRect/>
          </a:stretch>
        </p:blipFill>
        <p:spPr>
          <a:xfrm>
            <a:off x="37820" y="85462"/>
            <a:ext cx="3279300" cy="459900"/>
          </a:xfrm>
          <a:prstGeom prst="rect">
            <a:avLst/>
          </a:prstGeom>
          <a:noFill/>
          <a:ln>
            <a:noFill/>
          </a:ln>
        </p:spPr>
      </p:pic>
      <p:pic>
        <p:nvPicPr>
          <p:cNvPr id="588" name="Google Shape;588;p1" title="Screenshot 2026-01-08 at 2.18.20 PM.png"/>
          <p:cNvPicPr preferRelativeResize="0"/>
          <p:nvPr/>
        </p:nvPicPr>
        <p:blipFill>
          <a:blip r:embed="rId5">
            <a:alphaModFix/>
          </a:blip>
          <a:stretch>
            <a:fillRect/>
          </a:stretch>
        </p:blipFill>
        <p:spPr>
          <a:xfrm>
            <a:off x="8190300" y="4634608"/>
            <a:ext cx="3640549" cy="1174367"/>
          </a:xfrm>
          <a:prstGeom prst="rect">
            <a:avLst/>
          </a:prstGeom>
          <a:noFill/>
          <a:ln>
            <a:noFill/>
          </a:ln>
        </p:spPr>
      </p:pic>
      <p:sp>
        <p:nvSpPr>
          <p:cNvPr id="589" name="Google Shape;589;p1"/>
          <p:cNvSpPr txBox="1"/>
          <p:nvPr/>
        </p:nvSpPr>
        <p:spPr>
          <a:xfrm>
            <a:off x="8131013" y="3194181"/>
            <a:ext cx="3798600" cy="167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100">
                <a:solidFill>
                  <a:srgbClr val="980000"/>
                </a:solidFill>
                <a:latin typeface="Tahoma"/>
                <a:ea typeface="Tahoma"/>
                <a:cs typeface="Tahoma"/>
                <a:sym typeface="Tahoma"/>
              </a:rPr>
              <a:t>Prompt: “Design a 3-ring cascaded filter (using grating_coupler_elliptical_sc as input) where the radius and gap of each ring can vary to achieve a passband center at 1550 nm, FWHM bandwidth of 2 nm, and an FSR of 5 nm.The grating coupler has a 40 nm bandwidth. Optimize ring radius and gap for minimal insertion loss at 1550 nm.”</a:t>
            </a:r>
            <a:endParaRPr sz="750">
              <a:solidFill>
                <a:srgbClr val="980000"/>
              </a:solidFill>
              <a:highlight>
                <a:srgbClr val="FFFFFF"/>
              </a:highlight>
              <a:latin typeface="Tahoma"/>
              <a:ea typeface="Tahoma"/>
              <a:cs typeface="Tahoma"/>
              <a:sym typeface="Tahoma"/>
            </a:endParaRPr>
          </a:p>
          <a:p>
            <a:pPr indent="0" lvl="0" marL="0" rtl="0" algn="l">
              <a:spcBef>
                <a:spcPts val="0"/>
              </a:spcBef>
              <a:spcAft>
                <a:spcPts val="0"/>
              </a:spcAft>
              <a:buNone/>
            </a:pPr>
            <a:r>
              <a:t/>
            </a:r>
            <a:endParaRPr sz="2000">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blank">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2014-03-10T14:51:18Z</dcterms:created>
  <dc:creator>stimko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0x010100106306A17AA7BC4A95A01A411E8E6A5E</vt:lpwstr>
  </property>
</Properties>
</file>